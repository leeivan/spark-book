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这一章的核心，不只是学会几个键值对 API 的名字，而是建立两个判断标准：什么时候应该把数据组织成 (key, value) 形式，什么时候应该主动关注分区与 Shuffle。reduceByKey()、join()、leftOuterJoin()、rightOuterJoin() 这类操作之所以重要，正是因为它们直接决定了数据如何围绕键聚合、关联和移动。 接下来重点看 小结，先把这一节要处理的对象和关键步骤放稳。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3.7 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不只是学会几个键值对 API 的名字</a:t>
            </a:r>
          </a:p>
          <a:p>
            <a:pPr lvl="0"/>
            <a:r>
              <a:rPr/>
              <a:t>如果说上一章解决的是“Spark 怎么执行”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2026-04-05T02:24:30Z</dcterms:created>
  <dcterms:modified xsi:type="dcterms:W3CDTF">2026-04-05T02:24:30Z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