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键值对 RDD 为什么是聚合与 Join 的基础。reduceByKey 与 groupByKey 的常见差异。分区如何影响性能和数据倾斜。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假设你现在手里有一张订单明细表，每行都包含商品编号和购买数量。最自然的做法，就是先把每行数据变成 (productId, quantity) 这样的键值对，再用 reduceByKey(_ + _) 把同一个商品的销量加总起来。这样一来，结果既直观，也很容易扩展成“按店铺统计”“按城市统计”或者“按商品做 Join”。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但这个例子真正有意思的地方，不只是“把数量加起来”这么简单。只要数据一多，你就会发现分区数、键是否倾斜、是用 reduceByKey 还是 groupByKey，都会直接影响运行速度。也可以理解成，这个最小例子表面上是在做销量统计，实际上已经把 Pair RDD、聚合、分区和性能之间的关系都摆到了你面前。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键值RDD通常用于执行聚合，通常将做一些数据初始的提取、转换和加载，以将数据转换为键值对格式。在键值对RDD上可以应用新的操作，例如计数每个产品的评论。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另外在本章，我们还讨论了一个高级功能，即分区功能，可让用户跨节点地控制配对RDD的布局。使用可以控制的分区，应用程序有时可以通过确保数据在同一个节点上一起访问，大大降低数据分布在不同节点上的通信成本，这样可以显着的减少RDD计算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键值对 RDD 为什么是聚合与 Join 的基础</a:t>
            </a:r>
          </a:p>
          <a:p>
            <a:pPr lvl="0"/>
            <a:r>
              <a:rPr/>
              <a:t>reduceByKey 与 groupByKey 的常见差异</a:t>
            </a:r>
          </a:p>
          <a:p>
            <a:pPr lvl="0"/>
            <a:r>
              <a:rPr/>
              <a:t>分区如何影响性能和数据倾斜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就是先把每行数据变成 (productId quantity) 这样的键值对</a:t>
            </a:r>
          </a:p>
          <a:p>
            <a:pPr lvl="0"/>
            <a:r>
              <a:rPr/>
              <a:t>这个例子真正有意思的地方，不只是“把数量加起来”这么简单</a:t>
            </a:r>
          </a:p>
          <a:p>
            <a:pPr lvl="0"/>
            <a:r>
              <a:rPr/>
              <a:t>如何使用键值对RDD，这是Spark中许多操作所需的常见数据类型</a:t>
            </a:r>
          </a:p>
          <a:p>
            <a:pPr lvl="0"/>
            <a:r>
              <a:rPr/>
              <a:t>将数据与相同的键分组在一起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并将两个不同的RDD分组在一起</a:t>
            </a:r>
          </a:p>
          <a:p>
            <a:pPr lvl="0"/>
            <a:r>
              <a:rPr/>
              <a:t>使用可以控制的分区，应用程序有时可以通过确保数据在同一个节点上一起访问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2026-04-05T02:24:16Z</dcterms:created>
  <dcterms:modified xsi:type="dcterms:W3CDTF">2026-04-05T02:24:16Z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