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3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2" Type="http://schemas.openxmlformats.org/officeDocument/2006/relationships/theme" Target="theme/theme1.xml" /><Relationship Id="rId21" Type="http://schemas.openxmlformats.org/officeDocument/2006/relationships/viewProps" Target="viewProps.xml" /><Relationship Id="rId20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前面几章已经说明了 RDD 是按分区组织、按依赖链执行的分布式数据抽象。到了这一节，需要再往前走一步：理解“分区如何影响性能”，以及“什么时候会因为跨分区移动数据而产生 Shuffle”。这两个概念几乎决定了键值对 RDD 程序的资源消耗形态。 接下来会依次看 分区和洗牌、分区，以及 洗牌，后面的实现和案例都会沿着这条线继续展开。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前面几章已经说明了 RDD 是按分区组织、按依赖链执行的分布式数据抽象。这两个概念几乎决定了键值对 RDD 程序的资源消耗形态。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Spark 的很多计算都能在单个分区内部独立完成，但一旦任务需要把相同键的数据重新汇集、重新排序或重新分布，数据就必须跨分区流动。也正因为如此，分区数、分区器和 Shuffle 边界会直接影响并行度、内存压力、网络传输和磁盘 I/O。下面先从一个简单的整数 RDD 开始，观察分区是如何体现出来的。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分区的数量太少，那么大量数据可能仅使用几个CPU核，这样就降低性能，并使集群利用率不足。另一方面，如果分区的数量太大，那么将使用比实际需要更多的资源，并且在多用户的环境中，可能导致正在运行的其他作业的资源匮乏。如果要查看CPU的核数可以使用下面的命令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\ lscpu | egrep ‘CPU’。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RDD是这种分区的集合，通过RDD的抽象概念隐藏了正在处理的分段数据。这种分区结构可帮助Spark实现并行化分布式数据处理，并以最小的网络流量在执行程序之间发送数据。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如果分区太少，CPU和内存资源可能无法被充分利用，而且单个分区承载的数据会更多，容易给某些节点带来较大的内存压力。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如果分区太多，则会增加任务调度、管理和跨节点通信的开销。所以，分区数其实不是越大越好，而是要结合集群规模和数据量做权衡。一个常见经验是：至少要保证并行任务数能够覆盖可用CPU核心数，很多场景下可以把分区总数设为核心数的2到4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在sc.parallelize(names, 48)中传入第二个参数后，分区数就被显式设置为48。集群中的每个工作节点都可以持有一个或多个分区，因此合理设置分区数，本质上是在平衡并行度、单任务负载和调度开销。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创建RDD时，既可以显式调用partitionBy()指定分区器，也可能通过某些转换操作自动得到带分区器信息的新RDD。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()这类可能改变键的操作，则不会保留原有分区器，因为结果RDD中的键空间已经可能完全不同了。也正因为如此，Spark专门提供了mapValues()和flatMapValues()这类“只改值、不改键”的操作，方便在保留分区信息的前提下继续处理数据。partitionBy()本身是一次转换，因此它总会返回新的RDD，而不会修改原始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抵消partitionBy()带来的收益。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这一句是在主动控制后续数据怎么分布。讲解时要把分区器和后面的并行度、Shuffle 开销联系起来，而不是只把它当成一个 API 名字。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自定义分区器的重点不是语法，而是映射规则本身。讲的时候要说明哪些键会被分到一起，以及这样做是为了什么业务或性能目标。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自定义分区器的重点不是语法，而是映射规则本身。讲的时候要说明哪些键会被分到一起，以及这样做是为了什么业务或性能目标。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这一句是在主动控制后续数据怎么分布。讲解时要把分区器和后面的并行度、Shuffle 开销联系起来，而不是只把它当成一个 API 名字。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中的 Shuffle，可以简单理解为“为了满足后续计算要求，对数据做一次跨分区重组”。只要某个操作需要把相同键的数据拉到一起、重新切分分区边界，或者为下一步计算重新组织布局，就可能触发 Shuffle。常见例子包括 repartition()、groupByKey()、reduceByKey()、cogroup()、join() 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是因为它往往同时牵涉网络传输、序列化、排序、磁盘溢写和额外的任务调度。以 reduceByKey() 为例，问题的难点不在“怎么把值相加”，而在“同一个键对应的值原本可能散落在许多分区、甚至许多机器上”。在真正聚合之前，Spark 必须先把这些值重新汇集到合适的位置。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Shuffle 之后，每个分区中包含哪些键通常是确定的，但分区内部元素顺序未必满足你想要的业务顺序。如果后续逻辑依赖排序，可以在洗牌后进一步使用 mapPartitions() 自行排序、使用 repartitionAndSortWithinPartitions() 在重分区时顺带排序，或者直接对整个 RDD 使用 sortBy()。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正如Spark API中所写，repartitionAndSortWithinPartitions()比先调用repartition()然后在每个分区内进行排序要有效，因为它可以将排序过程推入洗牌的机制中。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某些洗牌操作会消耗大量的堆内存，因为它们在传输前后使用内存中的数据结构组织记录。具体而言，reduceByKey()和aggregateByKey()在进行映射转换时创建数据的结构，而在进行聚合动作时产生这样数据。当数据不适合存储在内存中时，Spark会将这些数据溢出到磁盘中，这样就导致磁盘I/O的额外开销和增加的垃圾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分区和洗牌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到了这一节，需要再往前走一步：理解“分区如何影响性能”，以及“什么时候会因为跨分区移动数据而产生 Shuffle”</a:t>
            </a:r>
          </a:p>
          <a:p>
            <a:pPr lvl="0"/>
            <a:r>
              <a:rPr/>
              <a:t>可以先抓住一个原则：一旦任务需要把相同键的数据重新汇集、重新排序或重新分布</a:t>
            </a:r>
          </a:p>
          <a:p>
            <a:pPr lvl="0"/>
            <a:r>
              <a:rPr/>
              <a:t>分区的数量很重要，因为该数量直接影响将要运行RDD转换的任务数量</a:t>
            </a:r>
          </a:p>
          <a:p>
            <a:pPr lvl="0"/>
            <a:r>
              <a:rPr/>
              <a:t>root@bb8bf6efccc9：\ lscpu | egrep ‘CPU’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分区和洗牌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到了这一节，需要再往前走一步：理解“分区如何影响性能”，以及“什么时候会因为跨分区移动数据而产生 Shuffle”</a:t>
            </a:r>
          </a:p>
          <a:p>
            <a:pPr lvl="0"/>
            <a:r>
              <a:rPr/>
              <a:t>可以先抓住一个原则：一旦任务需要把相同键的数据重新汇集、重新排序或重新分布</a:t>
            </a:r>
          </a:p>
          <a:p>
            <a:pPr lvl="0"/>
            <a:r>
              <a:rPr/>
              <a:t>分区的数量很重要，因为该数量直接影响将要运行RDD转换的任务数量</a:t>
            </a:r>
          </a:p>
          <a:p>
            <a:pPr lvl="0"/>
            <a:r>
              <a:rPr/>
              <a:t>root@bb8bf6efccc9：\ lscpu | egrep ‘CPU’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分区和洗牌：代码片段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rdd_one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rdd_one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rdd_one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getNumPartitions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Spark的分区是存储在集群中节点上的原始数据块，即逻辑划分</a:t>
            </a:r>
          </a:p>
          <a:p>
            <a:pPr lvl="0"/>
            <a:r>
              <a:rPr/>
              <a:t>分区数量会直接影响Spark作业的并行度和资源利用率</a:t>
            </a:r>
          </a:p>
          <a:p>
            <a:pPr lvl="0"/>
            <a:r>
              <a:rPr/>
              <a:t>一个常见经验是：很多场景下可以把分区总数设为核心数的2到4倍</a:t>
            </a:r>
          </a:p>
          <a:p>
            <a:pPr lvl="0"/>
            <a:r>
              <a:rPr/>
              <a:t>代码 3.42 从示例输出可以看出，默认分区数会受到当前运行环境影响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一个分区不会跨越多台机器，同一分区中的数据总是在同一个执行位置上处理</a:t>
            </a:r>
          </a:p>
          <a:p>
            <a:pPr lvl="0"/>
            <a:r>
              <a:rPr/>
              <a:t>Spark内置了两种常见分区器：哈希分区器和范围分区器</a:t>
            </a:r>
          </a:p>
          <a:p>
            <a:pPr lvl="0"/>
            <a:r>
              <a:rPr/>
              <a:t>partitionBy()本身是一次转换</a:t>
            </a:r>
          </a:p>
          <a:p>
            <a:pPr lvl="0"/>
            <a:r>
              <a:rPr/>
              <a:t>否则每次使用时都可能重新执行分区和Shuffle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分区：代码片段（1/9）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names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"Steve"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"Andrew"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"Bob"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"Quinton"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names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Steve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Andrew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John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Quinton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regularRDD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regularRDD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114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regularRDD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br/>
            <a:r>
              <a:rPr>
                <a:latin typeface="Courier"/>
              </a:rPr>
              <a:t>res32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regularRDD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regularRDD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116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regularRDD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br/>
            <a:r>
              <a:rPr>
                <a:latin typeface="Courier"/>
              </a:rPr>
              <a:t>res100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48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分区：代码片段（2/9）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哈希分区是Spark中的默认分区程序</a:t>
            </a:r>
          </a:p>
          <a:p>
            <a:pPr lvl="0" indent="0">
              <a:buNone/>
            </a:pPr>
            <a:r>
              <a:rPr>
                <a:latin typeface="Courier"/>
              </a:rPr>
              <a:t>partitionIndex = hashcode(key) % numPartitions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分区：代码片段（3/9）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partitionBy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HashPartitioner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partitionBy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glom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分区：代码片段（4/9）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显式指定分区器，让同键数据按规则落到对应分区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rangePartitioner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RangePartitioner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rangePartitioner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RangePartitioner@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ce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partRDD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partitionBy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rangePartitioner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分区：代码片段（5/9）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先定义自定义分区规则，决定键要落到哪个分区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MyPartitioner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定义分区数为2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numPartitions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如果键为2则分区编号为0，其他键的分区编号为1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getPartition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Any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key </a:t>
            </a:r>
            <a:r>
              <a:rPr b="1">
                <a:solidFill>
                  <a:srgbClr val="007020"/>
                </a:solidFill>
                <a:latin typeface="Courier"/>
              </a:rPr>
              <a:t>match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_   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numPartitions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分区：代码片段（6/9）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先定义自定义分区规则，决定键要落到哪个分区</a:t>
            </a:r>
          </a:p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显式指定分区器，让同键数据按规则落到对应分区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load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code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MyPartitioner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txt</a:t>
            </a:r>
            <a:br/>
            <a:r>
              <a:rPr>
                <a:latin typeface="Courier"/>
              </a:rPr>
              <a:t>Loading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code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MyPartitioner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txt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MyPartitioner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partitionBy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MyPartitioner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partitionBy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分区：代码片段（7/9）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to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myfunc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](</a:t>
            </a:r>
            <a:r>
              <a:rPr>
                <a:latin typeface="Courier"/>
              </a:rPr>
              <a:t>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)]()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pre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next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hasNext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cur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next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res </a:t>
            </a:r>
            <a:r>
              <a:rPr>
                <a:solidFill>
                  <a:srgbClr val="666666"/>
                </a:solidFill>
                <a:latin typeface="Courier"/>
              </a:rPr>
              <a:t>.::=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cur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分区：代码片段（8/9）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myfunc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index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index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"-"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myfunc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index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iter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Iterator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mapPartitionsWithIndex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myfunc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glom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3.3.1 分区：代码片段（9/9）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foreachPartition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6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15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3.3.2 洗牌（1/2）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只要某个操作需要把相同键的数据拉到一起</a:t>
            </a:r>
          </a:p>
          <a:p>
            <a:pPr lvl="0"/>
            <a:r>
              <a:rPr/>
              <a:t>之所以总强调要谨慎对待 Shuffle</a:t>
            </a:r>
          </a:p>
          <a:p>
            <a:pPr lvl="0"/>
            <a:r>
              <a:rPr/>
              <a:t>这个“围绕键重新搬运数据”的过程，就是 Shuffle 的本质</a:t>
            </a:r>
          </a:p>
          <a:p>
            <a:pPr lvl="0"/>
            <a:r>
              <a:rPr/>
              <a:t>可以在洗牌后进一步使用 mapPartitions() 自行排序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3.3.2 洗牌（2/2）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将相同键的元组发送到指定分区</a:t>
            </a:r>
          </a:p>
          <a:p>
            <a:pPr lvl="0"/>
            <a:r>
              <a:rPr/>
              <a:t>这样做是为了在重新计算定义RDD的谱系时不需要重新创建洗牌文件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3.3.2 洗牌：代码片段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data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zipWithIndex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latin typeface="Courier"/>
              </a:rPr>
              <a:t>glom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res40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Long</a:t>
            </a:r>
            <a:r>
              <a:rPr>
                <a:solidFill>
                  <a:srgbClr val="666666"/>
                </a:solidFill>
                <a:latin typeface="Courier"/>
              </a:rPr>
              <a:t>)]]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2026-04-05T02:24:22Z</dcterms:created>
  <dcterms:modified xsi:type="dcterms:W3CDTF">2026-04-05T02:24:22Z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