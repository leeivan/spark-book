
<file path=[Content_Types].xml><?xml version="1.0" encoding="utf-8"?>
<Types xmlns="http://schemas.openxmlformats.org/package/2006/content-types">
  <Default Extension="xml" ContentType="application/xml"/>
  <Default Extension="rels" ContentType="application/vnd.openxmlformats-package.relationships+xml"/>
  <Default Extension="png" ContentType="image/png"/>
  <Default Extension="jpeg" ContentType="image/jpeg"/>
  <Override PartName="/docProps/app.xml" ContentType="application/vnd.openxmlformats-officedocument.extended-properties+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2.xml" ContentType="application/vnd.openxmlformats-officedocument.presentationml.slideLayout+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theme/theme1.xml" ContentType="application/vnd.openxmlformats-officedocument.theme+xml"/>
  <Override PartName="/ppt/theme/themeOverride1.xml" ContentType="application/vnd.openxmlformats-officedocument.theme+xml"/>
  <Override PartName="/ppt/theme/theme2.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notesMasters/notesMaster1.xml" ContentType="application/vnd.openxmlformats-officedocument.presentationml.notesMaster+xml"/>
  <Override PartName="/docProps/core.xml" ContentType="application/vnd.openxmlformats-package.core-properties+xml"/>
  <Override PartName="/docProps/custom.xml" ContentType="application/vnd.openxmlformats-officedocument.custom-properties+xml"/>
  <Override PartName="/ppt/presentation.xml" ContentType="application/vnd.openxmlformats-officedocument.presentationml.presentation.main+xml"/>
  <Override PartName="/ppt/viewProps.xml" ContentType="application/vnd.openxmlformats-officedocument.presentationml.viewProps+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Types>
</file>

<file path=_rels/.rels><?xml version="1.0" encoding="UTF-8"?><Relationships xmlns="http://schemas.openxmlformats.org/package/2006/relationships"><Relationship Id="rId1" Type="http://schemas.openxmlformats.org/officeDocument/2006/relationships/officeDocument" Target="ppt/presentation.xml" /><Relationship Id="rId2" Type="http://schemas.openxmlformats.org/package/2006/relationships/metadata/core-properties" Target="docProps/core.xml" /><Relationship Id="rId3" Type="http://schemas.openxmlformats.org/package/2006/relationships/metadata/extended-properties" Target="docProps/app.xml" /><Relationship Id="rId4" Type="http://schemas.openxmlformats.org/officeDocument/2006/relationships/custom-properties" Target="docProps/custom.xml" /></Relationships>
</file>

<file path=ppt/presentation.xml><?xml version="1.0" encoding="utf-8"?>
<p:presentation xmlns:a="http://schemas.openxmlformats.org/drawingml/2006/main" xmlns:p="http://schemas.openxmlformats.org/presentationml/2006/main" xmlns:r="http://schemas.openxmlformats.org/officeDocument/2006/relationships" autoCompressPictures="0" saveSubsetFonts="1">
  <p:sldMasterIdLst>
    <p:sldMasterId id="2147483674" r:id="rId1"/>
  </p:sldMasterIdLst>
  <p:notesMasterIdLst>
    <p:notesMasterId r:id="rId9"/>
  </p:notesMasterIdLst>
  <p:sldIdLst>
    <p:sldId id="256" r:id="rId2"/>
    <p:sldId id="257" r:id="rId3"/>
    <p:sldId id="258" r:id="rId4"/>
    <p:sldId id="259" r:id="rId5"/>
    <p:sldId id="260" r:id="rId6"/>
    <p:sldId id="261" r:id="rId7"/>
    <p:sldId id="262" r:id="rId8"/>
  </p:sldIdLst>
  <p:sldSz cx="12192000" cy="6858000"/>
  <p:notesSz cx="6858000" cy="9144000"/>
  <p:defaultTextStyle>
    <a:defPPr>
      <a:defRPr lang="zh-CN"/>
    </a:defPPr>
    <a:lvl1pPr algn="l" defTabSz="914400" eaLnBrk="1" hangingPunct="1" latinLnBrk="0" marL="0" rtl="0">
      <a:defRPr kern="1200" sz="1800">
        <a:solidFill>
          <a:schemeClr val="tx1"/>
        </a:solidFill>
        <a:latin typeface="+mn-lt"/>
        <a:ea typeface="+mn-ea"/>
        <a:cs typeface="+mn-cs"/>
      </a:defRPr>
    </a:lvl1pPr>
    <a:lvl2pPr algn="l" defTabSz="914400" eaLnBrk="1" hangingPunct="1" latinLnBrk="0" marL="457200" rtl="0">
      <a:defRPr kern="1200" sz="1800">
        <a:solidFill>
          <a:schemeClr val="tx1"/>
        </a:solidFill>
        <a:latin typeface="+mn-lt"/>
        <a:ea typeface="+mn-ea"/>
        <a:cs typeface="+mn-cs"/>
      </a:defRPr>
    </a:lvl2pPr>
    <a:lvl3pPr algn="l" defTabSz="914400" eaLnBrk="1" hangingPunct="1" latinLnBrk="0" marL="914400" rtl="0">
      <a:defRPr kern="1200" sz="1800">
        <a:solidFill>
          <a:schemeClr val="tx1"/>
        </a:solidFill>
        <a:latin typeface="+mn-lt"/>
        <a:ea typeface="+mn-ea"/>
        <a:cs typeface="+mn-cs"/>
      </a:defRPr>
    </a:lvl3pPr>
    <a:lvl4pPr algn="l" defTabSz="914400" eaLnBrk="1" hangingPunct="1" latinLnBrk="0" marL="1371600" rtl="0">
      <a:defRPr kern="1200" sz="1800">
        <a:solidFill>
          <a:schemeClr val="tx1"/>
        </a:solidFill>
        <a:latin typeface="+mn-lt"/>
        <a:ea typeface="+mn-ea"/>
        <a:cs typeface="+mn-cs"/>
      </a:defRPr>
    </a:lvl4pPr>
    <a:lvl5pPr algn="l" defTabSz="914400" eaLnBrk="1" hangingPunct="1" latinLnBrk="0" marL="1828800" rtl="0">
      <a:defRPr kern="1200" sz="1800">
        <a:solidFill>
          <a:schemeClr val="tx1"/>
        </a:solidFill>
        <a:latin typeface="+mn-lt"/>
        <a:ea typeface="+mn-ea"/>
        <a:cs typeface="+mn-cs"/>
      </a:defRPr>
    </a:lvl5pPr>
    <a:lvl6pPr algn="l" defTabSz="914400" eaLnBrk="1" hangingPunct="1" latinLnBrk="0" marL="2286000" rtl="0">
      <a:defRPr kern="1200" sz="1800">
        <a:solidFill>
          <a:schemeClr val="tx1"/>
        </a:solidFill>
        <a:latin typeface="+mn-lt"/>
        <a:ea typeface="+mn-ea"/>
        <a:cs typeface="+mn-cs"/>
      </a:defRPr>
    </a:lvl6pPr>
    <a:lvl7pPr algn="l" defTabSz="914400" eaLnBrk="1" hangingPunct="1" latinLnBrk="0" marL="2743200" rtl="0">
      <a:defRPr kern="1200" sz="1800">
        <a:solidFill>
          <a:schemeClr val="tx1"/>
        </a:solidFill>
        <a:latin typeface="+mn-lt"/>
        <a:ea typeface="+mn-ea"/>
        <a:cs typeface="+mn-cs"/>
      </a:defRPr>
    </a:lvl7pPr>
    <a:lvl8pPr algn="l" defTabSz="914400" eaLnBrk="1" hangingPunct="1" latinLnBrk="0" marL="3200400" rtl="0">
      <a:defRPr kern="1200" sz="1800">
        <a:solidFill>
          <a:schemeClr val="tx1"/>
        </a:solidFill>
        <a:latin typeface="+mn-lt"/>
        <a:ea typeface="+mn-ea"/>
        <a:cs typeface="+mn-cs"/>
      </a:defRPr>
    </a:lvl8pPr>
    <a:lvl9pPr algn="l" defTabSz="914400" eaLnBrk="1" hangingPunct="1" latinLnBrk="0" marL="3657600" rtl="0">
      <a:defRPr kern="1200" sz="18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useTimings="0">
    <p:present/>
    <p:sldAll/>
    <p:penClr>
      <a:prstClr val="red"/>
    </p:penClr>
    <p:extLst>
      <p:ext uri="{EC167BDD-8182-4AB7-AECC-EB403E3ABB37}">
        <p14:laserClr xmlns:p14="http://schemas.microsoft.com/office/powerpoint/2010/main">
          <a:srgbClr val="00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p="http://schemas.openxmlformats.org/presentationml/2006/main" xmlns:r="http://schemas.openxmlformats.org/officeDocument/2006/relationships">
  <p:normalViewPr horzBarState="maximized">
    <p:restoredLeft autoAdjust="0" sz="14995"/>
    <p:restoredTop autoAdjust="0" sz="73134"/>
  </p:normalViewPr>
  <p:slideViewPr>
    <p:cSldViewPr snapToGrid="0" snapToObjects="1">
      <p:cViewPr varScale="1">
        <p:scale>
          <a:sx d="100" n="111"/>
          <a:sy d="100" n="111"/>
        </p:scale>
        <p:origin x="594" y="114"/>
      </p:cViewPr>
      <p:guideLst>
        <p:guide orient="horz" pos="2160"/>
        <p:guide pos="3840"/>
      </p:guideLst>
    </p:cSldViewPr>
  </p:slideViewPr>
  <p:notesTextViewPr>
    <p:cViewPr>
      <p:scale>
        <a:sx d="100" n="125"/>
        <a:sy d="100" n="125"/>
      </p:scale>
      <p:origin x="0" y="0"/>
    </p:cViewPr>
  </p:notesTextViewPr>
  <p:sorterViewPr>
    <p:cViewPr>
      <p:scale>
        <a:sx d="100" n="66"/>
        <a:sy d="100" n="66"/>
      </p:scale>
      <p:origin x="0" y="0"/>
    </p:cViewPr>
  </p:sorterViewPr>
  <p:notesViewPr>
    <p:cSldViewPr snapToGrid="0" snapToObjects="1">
      <p:cViewPr varScale="1">
        <p:scale>
          <a:sx d="100" n="74"/>
          <a:sy d="100" n="74"/>
        </p:scale>
        <p:origin x="3528" y="192"/>
      </p:cViewPr>
      <p:guideLst/>
    </p:cSldViewPr>
  </p:notesViewPr>
  <p:gridSpacing cx="72008" cy="72008"/>
</p:viewPr>
</file>

<file path=ppt/_rels/presentation.xml.rels><?xml version="1.0" encoding="UTF-8"?><Relationships xmlns="http://schemas.openxmlformats.org/package/2006/relationships"><Relationship Id="rId2" Type="http://schemas.openxmlformats.org/officeDocument/2006/relationships/slide" Target="slides/slide1.xml" /><Relationship Id="rId3" Type="http://schemas.openxmlformats.org/officeDocument/2006/relationships/slide" Target="slides/slide2.xml" /><Relationship Id="rId4" Type="http://schemas.openxmlformats.org/officeDocument/2006/relationships/slide" Target="slides/slide3.xml" /><Relationship Id="rId5" Type="http://schemas.openxmlformats.org/officeDocument/2006/relationships/slide" Target="slides/slide4.xml" /><Relationship Id="rId6" Type="http://schemas.openxmlformats.org/officeDocument/2006/relationships/slide" Target="slides/slide5.xml" /><Relationship Id="rId7" Type="http://schemas.openxmlformats.org/officeDocument/2006/relationships/slide" Target="slides/slide6.xml" /><Relationship Id="rId8" Type="http://schemas.openxmlformats.org/officeDocument/2006/relationships/slide" Target="slides/slide7.xml" /><Relationship Id="rId9" Type="http://schemas.openxmlformats.org/officeDocument/2006/relationships/notesMaster" Target="notesMasters/notesMaster1.xml" /><Relationship Id="rId13" Type="http://schemas.openxmlformats.org/officeDocument/2006/relationships/tableStyles" Target="tableStyles.xml" /><Relationship Id="rId1" Type="http://schemas.openxmlformats.org/officeDocument/2006/relationships/slideMaster" Target="slideMasters/slideMaster1.xml" /><Relationship Id="rId12" Type="http://schemas.openxmlformats.org/officeDocument/2006/relationships/theme" Target="theme/theme1.xml" /><Relationship Id="rId11" Type="http://schemas.openxmlformats.org/officeDocument/2006/relationships/viewProps" Target="viewProps.xml" /><Relationship Id="rId10" Type="http://schemas.openxmlformats.org/officeDocument/2006/relationships/presProps" Target="presProps.xml" /></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E863BC92-6832-A747-B637-CA8F71133A42}" type="datetimeFigureOut">
              <a:rPr lang="en-US" smtClean="0"/>
              <a:t>4/4/2026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DE9B7EA9-A690-144F-BA16-8B1F010DDC74}" type="slidenum">
              <a:rPr lang="en-US" smtClean="0"/>
              <a:t>‹#›</a:t>
            </a:fld>
            <a:endParaRPr lang="en-US"/>
          </a:p>
        </p:txBody>
      </p:sp>
    </p:spTree>
    <p:extLst>
      <p:ext uri="{BB962C8B-B14F-4D97-AF65-F5344CB8AC3E}">
        <p14:creationId xmlns:p14="http://schemas.microsoft.com/office/powerpoint/2010/main" val="47353986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Relationships xmlns="http://schemas.openxmlformats.org/package/2006/relationships"><Relationship Id="rId2" Type="http://schemas.openxmlformats.org/officeDocument/2006/relationships/slide" Target="../slides/slide1.xml" /><Relationship Id="rId1" Type="http://schemas.openxmlformats.org/officeDocument/2006/relationships/notesMaster" Target="../notesMasters/notesMaster1.xml" /></Relationships>
</file>

<file path=ppt/notesSlides/_rels/notesSlide2.xml.rels><?xml version="1.0" encoding="UTF-8"?><Relationships xmlns="http://schemas.openxmlformats.org/package/2006/relationships"><Relationship Id="rId2" Type="http://schemas.openxmlformats.org/officeDocument/2006/relationships/slide" Target="../slides/slide2.xml" /><Relationship Id="rId1" Type="http://schemas.openxmlformats.org/officeDocument/2006/relationships/notesMaster" Target="../notesMasters/notesMaster1.xml" /></Relationships>
</file>

<file path=ppt/notesSlides/_rels/notesSlide3.xml.rels><?xml version="1.0" encoding="UTF-8"?><Relationships xmlns="http://schemas.openxmlformats.org/package/2006/relationships"><Relationship Id="rId2" Type="http://schemas.openxmlformats.org/officeDocument/2006/relationships/slide" Target="../slides/slide3.xml" /><Relationship Id="rId1" Type="http://schemas.openxmlformats.org/officeDocument/2006/relationships/notesMaster" Target="../notesMasters/notesMaster1.xml" /></Relationships>
</file>

<file path=ppt/notesSlides/_rels/notesSlide4.xml.rels><?xml version="1.0" encoding="UTF-8"?><Relationships xmlns="http://schemas.openxmlformats.org/package/2006/relationships"><Relationship Id="rId2" Type="http://schemas.openxmlformats.org/officeDocument/2006/relationships/slide" Target="../slides/slide4.xml" /><Relationship Id="rId1" Type="http://schemas.openxmlformats.org/officeDocument/2006/relationships/notesMaster" Target="../notesMasters/notesMaster1.xml" /></Relationships>
</file>

<file path=ppt/notesSlides/_rels/notesSlide5.xml.rels><?xml version="1.0" encoding="UTF-8"?><Relationships xmlns="http://schemas.openxmlformats.org/package/2006/relationships"><Relationship Id="rId2" Type="http://schemas.openxmlformats.org/officeDocument/2006/relationships/slide" Target="../slides/slide5.xml" /><Relationship Id="rId1" Type="http://schemas.openxmlformats.org/officeDocument/2006/relationships/notesMaster" Target="../notesMasters/notesMaster1.xml" /></Relationships>
</file>

<file path=ppt/notesSlides/_rels/notesSlide6.xml.rels><?xml version="1.0" encoding="UTF-8"?><Relationships xmlns="http://schemas.openxmlformats.org/package/2006/relationships"><Relationship Id="rId2" Type="http://schemas.openxmlformats.org/officeDocument/2006/relationships/slide" Target="../slides/slide6.xml" /><Relationship Id="rId1" Type="http://schemas.openxmlformats.org/officeDocument/2006/relationships/notesMaster" Target="../notesMasters/notesMaster1.xml" /></Relationships>
</file>

<file path=ppt/notesSlides/_rels/notesSlide7.xml.rels><?xml version="1.0" encoding="UTF-8"?><Relationships xmlns="http://schemas.openxmlformats.org/package/2006/relationships"><Relationship Id="rId2" Type="http://schemas.openxmlformats.org/officeDocument/2006/relationships/slide" Target="../slides/slide7.xml" /><Relationship Id="rId1" Type="http://schemas.openxmlformats.org/officeDocument/2006/relationships/notesMaster" Target="../notesMasters/notesMaster1.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局部敏感哈希（Locality Sensitive Hashing，LSH）是一类重要的哈希技术，这是常见用于聚集算法，近似大型数据集的最近邻搜索和异常检测。局部敏感哈希的总体思路是使用一个家族的函数将数据点哈希到桶中，使相互靠近的数据点具有很高概率在相同的桶中，而彼此远离数据点更可能都在不同的桶中。如下的局部敏感哈希系列的正式定义。 接下来会顺着 局部敏感哈希 和 局部敏感哈希操作 往下展开，把这一节的主线一步一步接起来。</a:t>
            </a:r>
          </a:p>
        </p:txBody>
      </p:sp>
      <p:sp>
        <p:nvSpPr>
          <p:cNvPr id="4" name="Slide Number Placeholder 3"/>
          <p:cNvSpPr>
            <a:spLocks noGrp="1"/>
          </p:cNvSpPr>
          <p:nvPr>
            <p:ph type="sldNum" sz="quarter" idx="10"/>
          </p:nvPr>
        </p:nvSpPr>
        <p:spPr/>
        <p:txBody>
          <a:bodyPr/>
          <a:lstStyle/>
          <a:p>
            <a:fld id="{DE9B7EA9-A690-144F-BA16-8B1F010DDC74}" type="slidenum">
              <a:rPr lang="en-US"/>
              <a:t>1</a:t>
            </a:fld>
            <a:endParaRPr lang="en-US"/>
          </a:p>
        </p:txBody>
      </p:sp>
    </p:spTree>
  </p:cSld>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局部敏感哈希（Locality Sensitive Hashing，LSH）是一类重要的哈希技术，这是常见用于聚集算法，近似大型数据集的最近邻搜索和异常检测。局部敏感哈希的总体思路是使用一个家族的函数将数据点哈希到桶中，使相互靠近的数据点具有很高概率在相同的桶中，而彼此远离数据点更可能都在不同的桶中。如下的局部敏感哈希系列的正式定义。</a:t>
            </a:r>
          </a:p>
          <a:p>
            <a:pPr lvl="0" indent="0" marL="0">
              <a:buNone/>
            </a:pPr>
          </a:p>
          <a:p>
            <a:pPr lvl="0" indent="0" marL="0">
              <a:buNone/>
            </a:pPr>
            <a:r>
              <a:rPr/>
              <a:t>在度量空间(M, d)中，其中M是一个集合和d是M上的距离函数，LSH家族是函数h的家族，其满足以下属性。</a:t>
            </a:r>
          </a:p>
          <a:p>
            <a:pPr lvl="0" indent="0" marL="0">
              <a:buNone/>
            </a:pPr>
          </a:p>
          <a:p>
            <a:pPr lvl="0" indent="0" marL="0">
              <a:buNone/>
            </a:pPr>
            <a:r>
              <a:rPr/>
              <a:t>1, p 下标 2)-sensitive。在 Spark 中，局部敏感哈希（LSH）相关能力以 spark.ml.feature 下的独立类提供，例如 BucketedRandomProjectionLSH 和 MinHashLSH。</a:t>
            </a:r>
          </a:p>
        </p:txBody>
      </p:sp>
      <p:sp>
        <p:nvSpPr>
          <p:cNvPr id="4" name="Slide Number Placeholder 3"/>
          <p:cNvSpPr>
            <a:spLocks noGrp="1"/>
          </p:cNvSpPr>
          <p:nvPr>
            <p:ph type="sldNum" sz="quarter" idx="10"/>
          </p:nvPr>
        </p:nvSpPr>
        <p:spPr/>
        <p:txBody>
          <a:bodyPr/>
          <a:lstStyle/>
          <a:p>
            <a:fld id="{DE9B7EA9-A690-144F-BA16-8B1F010DDC74}" type="slidenum">
              <a:rPr lang="en-US"/>
              <a:t>2</a:t>
            </a:fld>
            <a:endParaRPr lang="en-US"/>
          </a:p>
        </p:txBody>
      </p:sp>
    </p:spTree>
  </p:cSld>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理解LSH时，一个关键权衡是假阳性与假阴性：原本“距离较远”的样本可能被哈希到同一桶里，而原本“距离较近”的样本也可能被分到不同桶。LSH的价值不在于绝对精确，而在于用更低成本在高维空间里快速缩小候选范围。</a:t>
            </a:r>
          </a:p>
        </p:txBody>
      </p:sp>
      <p:sp>
        <p:nvSpPr>
          <p:cNvPr id="4" name="Slide Number Placeholder 3"/>
          <p:cNvSpPr>
            <a:spLocks noGrp="1"/>
          </p:cNvSpPr>
          <p:nvPr>
            <p:ph type="sldNum" sz="quarter" idx="10"/>
          </p:nvPr>
        </p:nvSpPr>
        <p:spPr/>
        <p:txBody>
          <a:bodyPr/>
          <a:lstStyle/>
          <a:p>
            <a:fld id="{DE9B7EA9-A690-144F-BA16-8B1F010DDC74}" type="slidenum">
              <a:rPr lang="en-US"/>
              <a:t>3</a:t>
            </a:fld>
            <a:endParaRPr lang="en-US"/>
          </a:p>
        </p:txBody>
      </p:sp>
    </p:spTree>
  </p:cSld>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在度量空间(M, d)中，其中M是一个集合和d是M上的距离函数，LSH家族是函数h的家族，其满足以下属性。</a:t>
            </a:r>
          </a:p>
        </p:txBody>
      </p:sp>
      <p:sp>
        <p:nvSpPr>
          <p:cNvPr id="4" name="Slide Number Placeholder 3"/>
          <p:cNvSpPr>
            <a:spLocks noGrp="1"/>
          </p:cNvSpPr>
          <p:nvPr>
            <p:ph type="sldNum" sz="quarter" idx="10"/>
          </p:nvPr>
        </p:nvSpPr>
        <p:spPr/>
        <p:txBody>
          <a:bodyPr/>
          <a:lstStyle/>
          <a:p>
            <a:fld id="{DE9B7EA9-A690-144F-BA16-8B1F010DDC74}" type="slidenum">
              <a:rPr lang="en-US"/>
              <a:t>4</a:t>
            </a:fld>
            <a:endParaRPr lang="en-US"/>
          </a:p>
        </p:txBody>
      </p:sp>
    </p:spTree>
  </p:cSld>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在度量空间(M, d)中，其中M是一个集合和d是M上的距离函数，LSH家族是函数h的家族，其满足以下属性。</a:t>
            </a:r>
          </a:p>
        </p:txBody>
      </p:sp>
      <p:sp>
        <p:nvSpPr>
          <p:cNvPr id="4" name="Slide Number Placeholder 3"/>
          <p:cNvSpPr>
            <a:spLocks noGrp="1"/>
          </p:cNvSpPr>
          <p:nvPr>
            <p:ph type="sldNum" sz="quarter" idx="10"/>
          </p:nvPr>
        </p:nvSpPr>
        <p:spPr/>
        <p:txBody>
          <a:bodyPr/>
          <a:lstStyle/>
          <a:p>
            <a:fld id="{DE9B7EA9-A690-144F-BA16-8B1F010DDC74}" type="slidenum">
              <a:rPr lang="en-US"/>
              <a:t>5</a:t>
            </a:fld>
            <a:endParaRPr lang="en-US"/>
          </a:p>
        </p:txBody>
      </p:sp>
    </p:spTree>
  </p:cSld>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在度量空间(M, d)中，其中M是一个集合和d是M上的距离函数，LSH家族是函数h的家族，其满足以下属性。公式 8‑19。</a:t>
            </a:r>
          </a:p>
        </p:txBody>
      </p:sp>
      <p:sp>
        <p:nvSpPr>
          <p:cNvPr id="4" name="Slide Number Placeholder 3"/>
          <p:cNvSpPr>
            <a:spLocks noGrp="1"/>
          </p:cNvSpPr>
          <p:nvPr>
            <p:ph type="sldNum" sz="quarter" idx="10"/>
          </p:nvPr>
        </p:nvSpPr>
        <p:spPr/>
        <p:txBody>
          <a:bodyPr/>
          <a:lstStyle/>
          <a:p>
            <a:fld id="{DE9B7EA9-A690-144F-BA16-8B1F010DDC74}" type="slidenum">
              <a:rPr lang="en-US"/>
              <a:t>6</a:t>
            </a:fld>
            <a:endParaRPr lang="en-US"/>
          </a:p>
        </p:txBody>
      </p:sp>
    </p:spTree>
  </p:cSld>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这一页重点放在 拟合好的LSH模型通常会提供三类常用操作：特征变换、近似相似连接和近似最近邻搜索。只要把这一步的输入、输出和作用说清楚，后面的内容就容易接上。</a:t>
            </a:r>
          </a:p>
        </p:txBody>
      </p:sp>
      <p:sp>
        <p:nvSpPr>
          <p:cNvPr id="4" name="Slide Number Placeholder 3"/>
          <p:cNvSpPr>
            <a:spLocks noGrp="1"/>
          </p:cNvSpPr>
          <p:nvPr>
            <p:ph type="sldNum" sz="quarter" idx="10"/>
          </p:nvPr>
        </p:nvSpPr>
        <p:spPr/>
        <p:txBody>
          <a:bodyPr/>
          <a:lstStyle/>
          <a:p>
            <a:fld id="{DE9B7EA9-A690-144F-BA16-8B1F010DDC74}" type="slidenum">
              <a:rPr lang="en-US"/>
              <a:t>7</a:t>
            </a:fld>
            <a:endParaRPr lang="en-US"/>
          </a:p>
        </p:txBody>
      </p:sp>
    </p:spTree>
  </p:cSld>
</p:notes>
</file>

<file path=ppt/slideLayouts/_rels/slideLayout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slideMaster" Target="../slideMasters/slideMaster1.xml"/><Relationship Id="rId1" Type="http://schemas.openxmlformats.org/officeDocument/2006/relationships/themeOverride" Target="../theme/themeOverride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Title Slide">
    <p:bg>
      <p:bgPr>
        <a:blipFill dpi="0" rotWithShape="1">
          <a:blip r:embed="rId2">
            <a:alphaModFix amt="40000"/>
            <a:lum/>
          </a:blip>
          <a:srcRect/>
          <a:stretch>
            <a:fillRect t="-17000" b="-17000"/>
          </a:stretch>
        </a:blipFill>
        <a:effectLst/>
      </p:bgPr>
    </p:bg>
    <p:spTree>
      <p:nvGrpSpPr>
        <p:cNvPr id="1" name=""/>
        <p:cNvGrpSpPr/>
        <p:nvPr/>
      </p:nvGrpSpPr>
      <p:grpSpPr>
        <a:xfrm>
          <a:off x="0" y="0"/>
          <a:ext cx="0" cy="0"/>
          <a:chOff x="0" y="0"/>
          <a:chExt cx="0" cy="0"/>
        </a:xfrm>
      </p:grpSpPr>
      <p:sp>
        <p:nvSpPr>
          <p:cNvPr id="4" name="日期占位符 3">
            <a:extLst>
              <a:ext uri="{FF2B5EF4-FFF2-40B4-BE49-F238E27FC236}">
                <a16:creationId xmlns:a16="http://schemas.microsoft.com/office/drawing/2014/main" id="{7ECABF76-9C2F-D371-903D-E97C0E1B9C91}"/>
              </a:ext>
            </a:extLst>
          </p:cNvPr>
          <p:cNvSpPr>
            <a:spLocks noGrp="1"/>
          </p:cNvSpPr>
          <p:nvPr>
            <p:ph type="dt" sz="half" idx="10"/>
          </p:nvPr>
        </p:nvSpPr>
        <p:spPr>
          <a:xfrm>
            <a:off x="838200" y="6356350"/>
            <a:ext cx="2743200" cy="365125"/>
          </a:xfrm>
          <a:prstGeom prst="rect">
            <a:avLst/>
          </a:prstGeom>
        </p:spPr>
        <p:txBody>
          <a:bodyPr/>
          <a:lstStyle/>
          <a:p>
            <a:fld id="{E8EEF123-5015-42F6-8687-0B3BE1403F52}" type="datetimeFigureOut">
              <a:rPr lang="zh-CN" altLang="en-US" smtClean="0"/>
              <a:t>2026/4/4</a:t>
            </a:fld>
            <a:endParaRPr lang="zh-CN" altLang="en-US" dirty="0"/>
          </a:p>
        </p:txBody>
      </p:sp>
      <p:sp>
        <p:nvSpPr>
          <p:cNvPr id="5" name="页脚占位符 4">
            <a:extLst>
              <a:ext uri="{FF2B5EF4-FFF2-40B4-BE49-F238E27FC236}">
                <a16:creationId xmlns:a16="http://schemas.microsoft.com/office/drawing/2014/main" id="{492F9890-10D8-CB5F-B6C5-6AA3D4B95005}"/>
              </a:ext>
            </a:extLst>
          </p:cNvPr>
          <p:cNvSpPr>
            <a:spLocks noGrp="1"/>
          </p:cNvSpPr>
          <p:nvPr>
            <p:ph type="ftr" sz="quarter" idx="11"/>
          </p:nvPr>
        </p:nvSpPr>
        <p:spPr>
          <a:xfrm>
            <a:off x="4038600" y="6356350"/>
            <a:ext cx="4114800" cy="365125"/>
          </a:xfrm>
          <a:prstGeom prst="rect">
            <a:avLst/>
          </a:prstGeom>
        </p:spPr>
        <p:txBody>
          <a:bodyPr/>
          <a:lstStyle/>
          <a:p>
            <a:endParaRPr lang="zh-CN" altLang="en-US"/>
          </a:p>
        </p:txBody>
      </p:sp>
      <p:sp>
        <p:nvSpPr>
          <p:cNvPr id="6" name="灯片编号占位符 5">
            <a:extLst>
              <a:ext uri="{FF2B5EF4-FFF2-40B4-BE49-F238E27FC236}">
                <a16:creationId xmlns:a16="http://schemas.microsoft.com/office/drawing/2014/main" id="{2F913E87-A25C-F596-9980-BB331ACDF7F2}"/>
              </a:ext>
            </a:extLst>
          </p:cNvPr>
          <p:cNvSpPr>
            <a:spLocks noGrp="1"/>
          </p:cNvSpPr>
          <p:nvPr>
            <p:ph type="sldNum" sz="quarter" idx="12"/>
          </p:nvPr>
        </p:nvSpPr>
        <p:spPr>
          <a:xfrm>
            <a:off x="8610600" y="6356350"/>
            <a:ext cx="2743200" cy="365125"/>
          </a:xfrm>
          <a:prstGeom prst="rect">
            <a:avLst/>
          </a:prstGeom>
        </p:spPr>
        <p:txBody>
          <a:bodyPr/>
          <a:lstStyle/>
          <a:p>
            <a:fld id="{77B631E4-8720-4193-BD91-A57797451EA0}" type="slidenum">
              <a:rPr lang="zh-CN" altLang="en-US" smtClean="0"/>
              <a:t>‹#›</a:t>
            </a:fld>
            <a:endParaRPr lang="zh-CN" altLang="en-US"/>
          </a:p>
        </p:txBody>
      </p:sp>
    </p:spTree>
    <p:extLst>
      <p:ext uri="{BB962C8B-B14F-4D97-AF65-F5344CB8AC3E}">
        <p14:creationId xmlns:p14="http://schemas.microsoft.com/office/powerpoint/2010/main" val="1568321758"/>
      </p:ext>
    </p:extLst>
  </p:cSld>
  <p:clrMapOvr>
    <a:masterClrMapping/>
  </p:clrMapOvr>
  <p:extLst>
    <p:ext uri="{DCECCB84-F9BA-43D5-87BE-67443E8EF086}">
      <p15:sldGuideLst xmlns:p15="http://schemas.microsoft.com/office/powerpoint/2012/main"/>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C4406B4F-424B-B307-C3E1-7BA847CEACE2}"/>
              </a:ext>
            </a:extLst>
          </p:cNvPr>
          <p:cNvSpPr>
            <a:spLocks noGrp="1"/>
          </p:cNvSpPr>
          <p:nvPr>
            <p:ph type="title"/>
          </p:nvPr>
        </p:nvSpPr>
        <p:spPr/>
        <p:txBody>
          <a:bodyPr/>
          <a:lstStyle/>
          <a:p>
            <a:r>
              <a:rPr lang="zh-CN" altLang="en-US"/>
              <a:t>单击此处编辑母版标题样式</a:t>
            </a:r>
            <a:endParaRPr lang="zh-CN" altLang="en-US" dirty="0"/>
          </a:p>
        </p:txBody>
      </p:sp>
      <p:sp>
        <p:nvSpPr>
          <p:cNvPr id="3" name="内容占位符 2">
            <a:extLst>
              <a:ext uri="{FF2B5EF4-FFF2-40B4-BE49-F238E27FC236}">
                <a16:creationId xmlns:a16="http://schemas.microsoft.com/office/drawing/2014/main" id="{B8627936-7FCB-D70F-0816-80204DB4FD19}"/>
              </a:ext>
            </a:extLst>
          </p:cNvPr>
          <p:cNvSpPr>
            <a:spLocks noGrp="1"/>
          </p:cNvSpPr>
          <p:nvPr>
            <p:ph idx="1"/>
          </p:nvPr>
        </p:nvSpPr>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zh-CN" altLang="en-US" dirty="0"/>
          </a:p>
        </p:txBody>
      </p:sp>
      <p:sp>
        <p:nvSpPr>
          <p:cNvPr id="4" name="日期占位符 3">
            <a:extLst>
              <a:ext uri="{FF2B5EF4-FFF2-40B4-BE49-F238E27FC236}">
                <a16:creationId xmlns:a16="http://schemas.microsoft.com/office/drawing/2014/main" id="{8AA5FF4F-7DD0-1B50-1776-21D6767FECFC}"/>
              </a:ext>
            </a:extLst>
          </p:cNvPr>
          <p:cNvSpPr>
            <a:spLocks noGrp="1"/>
          </p:cNvSpPr>
          <p:nvPr>
            <p:ph type="dt" sz="half" idx="10"/>
          </p:nvPr>
        </p:nvSpPr>
        <p:spPr>
          <a:xfrm>
            <a:off x="838200" y="6356350"/>
            <a:ext cx="2743200" cy="365125"/>
          </a:xfrm>
          <a:prstGeom prst="rect">
            <a:avLst/>
          </a:prstGeom>
        </p:spPr>
        <p:txBody>
          <a:bodyPr/>
          <a:lstStyle/>
          <a:p>
            <a:fld id="{E8EEF123-5015-42F6-8687-0B3BE1403F52}" type="datetimeFigureOut">
              <a:rPr lang="zh-CN" altLang="en-US" smtClean="0"/>
              <a:t>2026/4/4</a:t>
            </a:fld>
            <a:endParaRPr lang="zh-CN" altLang="en-US"/>
          </a:p>
        </p:txBody>
      </p:sp>
      <p:sp>
        <p:nvSpPr>
          <p:cNvPr id="5" name="页脚占位符 4">
            <a:extLst>
              <a:ext uri="{FF2B5EF4-FFF2-40B4-BE49-F238E27FC236}">
                <a16:creationId xmlns:a16="http://schemas.microsoft.com/office/drawing/2014/main" id="{F1660517-C7E1-2345-BAEE-7DE4EEC41D8A}"/>
              </a:ext>
            </a:extLst>
          </p:cNvPr>
          <p:cNvSpPr>
            <a:spLocks noGrp="1"/>
          </p:cNvSpPr>
          <p:nvPr>
            <p:ph type="ftr" sz="quarter" idx="11"/>
          </p:nvPr>
        </p:nvSpPr>
        <p:spPr>
          <a:xfrm>
            <a:off x="4038600" y="6356350"/>
            <a:ext cx="4114800" cy="365125"/>
          </a:xfrm>
          <a:prstGeom prst="rect">
            <a:avLst/>
          </a:prstGeom>
        </p:spPr>
        <p:txBody>
          <a:bodyPr/>
          <a:lstStyle/>
          <a:p>
            <a:endParaRPr lang="zh-CN" altLang="en-US"/>
          </a:p>
        </p:txBody>
      </p:sp>
      <p:sp>
        <p:nvSpPr>
          <p:cNvPr id="6" name="灯片编号占位符 5">
            <a:extLst>
              <a:ext uri="{FF2B5EF4-FFF2-40B4-BE49-F238E27FC236}">
                <a16:creationId xmlns:a16="http://schemas.microsoft.com/office/drawing/2014/main" id="{74ADE76A-020F-D5F0-0BC4-B610078D3DA5}"/>
              </a:ext>
            </a:extLst>
          </p:cNvPr>
          <p:cNvSpPr>
            <a:spLocks noGrp="1"/>
          </p:cNvSpPr>
          <p:nvPr>
            <p:ph type="sldNum" sz="quarter" idx="12"/>
          </p:nvPr>
        </p:nvSpPr>
        <p:spPr>
          <a:xfrm>
            <a:off x="8610600" y="6356350"/>
            <a:ext cx="2743200" cy="365125"/>
          </a:xfrm>
          <a:prstGeom prst="rect">
            <a:avLst/>
          </a:prstGeom>
        </p:spPr>
        <p:txBody>
          <a:bodyPr/>
          <a:lstStyle/>
          <a:p>
            <a:fld id="{77B631E4-8720-4193-BD91-A57797451EA0}" type="slidenum">
              <a:rPr lang="zh-CN" altLang="en-US" smtClean="0"/>
              <a:t>‹#›</a:t>
            </a:fld>
            <a:endParaRPr lang="zh-CN" altLang="en-US"/>
          </a:p>
        </p:txBody>
      </p:sp>
    </p:spTree>
    <p:extLst>
      <p:ext uri="{BB962C8B-B14F-4D97-AF65-F5344CB8AC3E}">
        <p14:creationId xmlns:p14="http://schemas.microsoft.com/office/powerpoint/2010/main" val="52957011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bg>
      <p:bgPr>
        <a:blipFill dpi="0" rotWithShape="1">
          <a:blip r:embed="rId3">
            <a:alphaModFix amt="40000"/>
            <a:lum/>
          </a:blip>
          <a:srcRect/>
          <a:stretch>
            <a:fillRect t="-17000" b="-17000"/>
          </a:stretch>
        </a:blipFill>
        <a:effectLst/>
      </p:bgPr>
    </p:bg>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27040073-8706-9CF2-AB5C-43344524DBFC}"/>
              </a:ext>
            </a:extLst>
          </p:cNvPr>
          <p:cNvSpPr>
            <a:spLocks noGrp="1"/>
          </p:cNvSpPr>
          <p:nvPr>
            <p:ph type="title"/>
          </p:nvPr>
        </p:nvSpPr>
        <p:spPr>
          <a:xfrm>
            <a:off x="1268962" y="1709738"/>
            <a:ext cx="10078487" cy="2852737"/>
          </a:xfrm>
        </p:spPr>
        <p:txBody>
          <a:bodyPr anchor="b"/>
          <a:lstStyle>
            <a:lvl1pPr>
              <a:defRPr sz="6000"/>
            </a:lvl1pPr>
          </a:lstStyle>
          <a:p>
            <a:r>
              <a:rPr lang="zh-CN" altLang="en-US"/>
              <a:t>单击此处编辑母版标题样式</a:t>
            </a:r>
            <a:endParaRPr lang="zh-CN" altLang="en-US" dirty="0"/>
          </a:p>
        </p:txBody>
      </p:sp>
      <p:sp>
        <p:nvSpPr>
          <p:cNvPr id="3" name="文本占位符 2">
            <a:extLst>
              <a:ext uri="{FF2B5EF4-FFF2-40B4-BE49-F238E27FC236}">
                <a16:creationId xmlns:a16="http://schemas.microsoft.com/office/drawing/2014/main" id="{E6B6A5AA-2CE0-7F97-999B-C5F0DDBACE38}"/>
              </a:ext>
            </a:extLst>
          </p:cNvPr>
          <p:cNvSpPr>
            <a:spLocks noGrp="1"/>
          </p:cNvSpPr>
          <p:nvPr>
            <p:ph type="body" idx="1"/>
          </p:nvPr>
        </p:nvSpPr>
        <p:spPr>
          <a:xfrm>
            <a:off x="1268962" y="4589463"/>
            <a:ext cx="10078488" cy="1500187"/>
          </a:xfrm>
        </p:spPr>
        <p:txBody>
          <a:bodyPr/>
          <a:lstStyle>
            <a:lvl1pPr marL="0" indent="0">
              <a:buNone/>
              <a:defRPr sz="2400" b="1">
                <a:solidFill>
                  <a:schemeClr val="tx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a:t>单击此处编辑母版文本样式</a:t>
            </a:r>
          </a:p>
        </p:txBody>
      </p:sp>
      <p:sp>
        <p:nvSpPr>
          <p:cNvPr id="4" name="日期占位符 3">
            <a:extLst>
              <a:ext uri="{FF2B5EF4-FFF2-40B4-BE49-F238E27FC236}">
                <a16:creationId xmlns:a16="http://schemas.microsoft.com/office/drawing/2014/main" id="{6E106CB1-EA12-800C-FE5D-A580F81038BF}"/>
              </a:ext>
            </a:extLst>
          </p:cNvPr>
          <p:cNvSpPr>
            <a:spLocks noGrp="1"/>
          </p:cNvSpPr>
          <p:nvPr>
            <p:ph type="dt" sz="half" idx="10"/>
          </p:nvPr>
        </p:nvSpPr>
        <p:spPr>
          <a:xfrm>
            <a:off x="838200" y="6356350"/>
            <a:ext cx="2743200" cy="365125"/>
          </a:xfrm>
          <a:prstGeom prst="rect">
            <a:avLst/>
          </a:prstGeom>
        </p:spPr>
        <p:txBody>
          <a:bodyPr/>
          <a:lstStyle/>
          <a:p>
            <a:fld id="{E8EEF123-5015-42F6-8687-0B3BE1403F52}" type="datetimeFigureOut">
              <a:rPr lang="zh-CN" altLang="en-US" smtClean="0"/>
              <a:t>2026/4/4</a:t>
            </a:fld>
            <a:endParaRPr lang="zh-CN" altLang="en-US"/>
          </a:p>
        </p:txBody>
      </p:sp>
      <p:sp>
        <p:nvSpPr>
          <p:cNvPr id="5" name="页脚占位符 4">
            <a:extLst>
              <a:ext uri="{FF2B5EF4-FFF2-40B4-BE49-F238E27FC236}">
                <a16:creationId xmlns:a16="http://schemas.microsoft.com/office/drawing/2014/main" id="{7820A361-2D0D-58AE-A643-51A3789772BA}"/>
              </a:ext>
            </a:extLst>
          </p:cNvPr>
          <p:cNvSpPr>
            <a:spLocks noGrp="1"/>
          </p:cNvSpPr>
          <p:nvPr>
            <p:ph type="ftr" sz="quarter" idx="11"/>
          </p:nvPr>
        </p:nvSpPr>
        <p:spPr>
          <a:xfrm>
            <a:off x="4038600" y="6356350"/>
            <a:ext cx="4114800" cy="365125"/>
          </a:xfrm>
          <a:prstGeom prst="rect">
            <a:avLst/>
          </a:prstGeom>
        </p:spPr>
        <p:txBody>
          <a:bodyPr/>
          <a:lstStyle/>
          <a:p>
            <a:endParaRPr lang="zh-CN" altLang="en-US"/>
          </a:p>
        </p:txBody>
      </p:sp>
      <p:sp>
        <p:nvSpPr>
          <p:cNvPr id="6" name="灯片编号占位符 5">
            <a:extLst>
              <a:ext uri="{FF2B5EF4-FFF2-40B4-BE49-F238E27FC236}">
                <a16:creationId xmlns:a16="http://schemas.microsoft.com/office/drawing/2014/main" id="{4087CFBA-3BD7-C2DF-B3EF-CB4E61251266}"/>
              </a:ext>
            </a:extLst>
          </p:cNvPr>
          <p:cNvSpPr>
            <a:spLocks noGrp="1"/>
          </p:cNvSpPr>
          <p:nvPr>
            <p:ph type="sldNum" sz="quarter" idx="12"/>
          </p:nvPr>
        </p:nvSpPr>
        <p:spPr>
          <a:xfrm>
            <a:off x="8610600" y="6356350"/>
            <a:ext cx="2743200" cy="365125"/>
          </a:xfrm>
          <a:prstGeom prst="rect">
            <a:avLst/>
          </a:prstGeom>
        </p:spPr>
        <p:txBody>
          <a:bodyPr/>
          <a:lstStyle/>
          <a:p>
            <a:fld id="{77B631E4-8720-4193-BD91-A57797451EA0}" type="slidenum">
              <a:rPr lang="zh-CN" altLang="en-US" smtClean="0"/>
              <a:t>‹#›</a:t>
            </a:fld>
            <a:endParaRPr lang="zh-CN" altLang="en-US"/>
          </a:p>
        </p:txBody>
      </p:sp>
    </p:spTree>
    <p:extLst>
      <p:ext uri="{BB962C8B-B14F-4D97-AF65-F5344CB8AC3E}">
        <p14:creationId xmlns:p14="http://schemas.microsoft.com/office/powerpoint/2010/main" val="1338864974"/>
      </p:ext>
    </p:extLst>
  </p:cSld>
  <p:clrMapOvr>
    <a:overrideClrMapping bg1="lt1" tx1="dk1" bg2="lt2" tx2="dk2" accent1="accent1" accent2="accent2" accent3="accent3" accent4="accent4" accent5="accent5" accent6="accent6" hlink="hlink" folHlink="folHlink"/>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4F36834E-C79A-EEEC-7C4D-B21EC99CC717}"/>
              </a:ext>
            </a:extLst>
          </p:cNvPr>
          <p:cNvSpPr>
            <a:spLocks noGrp="1"/>
          </p:cNvSpPr>
          <p:nvPr>
            <p:ph type="title"/>
          </p:nvPr>
        </p:nvSpPr>
        <p:spPr/>
        <p:txBody>
          <a:bodyPr/>
          <a:lstStyle/>
          <a:p>
            <a:r>
              <a:rPr lang="zh-CN" altLang="en-US"/>
              <a:t>单击此处编辑母版标题样式</a:t>
            </a:r>
          </a:p>
        </p:txBody>
      </p:sp>
      <p:sp>
        <p:nvSpPr>
          <p:cNvPr id="3" name="内容占位符 2">
            <a:extLst>
              <a:ext uri="{FF2B5EF4-FFF2-40B4-BE49-F238E27FC236}">
                <a16:creationId xmlns:a16="http://schemas.microsoft.com/office/drawing/2014/main" id="{D5CE83A1-72B1-E824-1FEC-9FA81425D113}"/>
              </a:ext>
            </a:extLst>
          </p:cNvPr>
          <p:cNvSpPr>
            <a:spLocks noGrp="1"/>
          </p:cNvSpPr>
          <p:nvPr>
            <p:ph sz="half" idx="1"/>
          </p:nvPr>
        </p:nvSpPr>
        <p:spPr>
          <a:xfrm>
            <a:off x="838200" y="1825625"/>
            <a:ext cx="5181600" cy="435133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内容占位符 3">
            <a:extLst>
              <a:ext uri="{FF2B5EF4-FFF2-40B4-BE49-F238E27FC236}">
                <a16:creationId xmlns:a16="http://schemas.microsoft.com/office/drawing/2014/main" id="{87D04530-5C4D-D318-A728-0F5A61C8A938}"/>
              </a:ext>
            </a:extLst>
          </p:cNvPr>
          <p:cNvSpPr>
            <a:spLocks noGrp="1"/>
          </p:cNvSpPr>
          <p:nvPr>
            <p:ph sz="half" idx="2"/>
          </p:nvPr>
        </p:nvSpPr>
        <p:spPr>
          <a:xfrm>
            <a:off x="6172200" y="1825625"/>
            <a:ext cx="5181600" cy="435133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5" name="日期占位符 4">
            <a:extLst>
              <a:ext uri="{FF2B5EF4-FFF2-40B4-BE49-F238E27FC236}">
                <a16:creationId xmlns:a16="http://schemas.microsoft.com/office/drawing/2014/main" id="{E011C699-0C81-4E34-1FBE-DAF9131B51BF}"/>
              </a:ext>
            </a:extLst>
          </p:cNvPr>
          <p:cNvSpPr>
            <a:spLocks noGrp="1"/>
          </p:cNvSpPr>
          <p:nvPr>
            <p:ph type="dt" sz="half" idx="10"/>
          </p:nvPr>
        </p:nvSpPr>
        <p:spPr>
          <a:xfrm>
            <a:off x="838200" y="6356350"/>
            <a:ext cx="2743200" cy="365125"/>
          </a:xfrm>
          <a:prstGeom prst="rect">
            <a:avLst/>
          </a:prstGeom>
        </p:spPr>
        <p:txBody>
          <a:bodyPr/>
          <a:lstStyle/>
          <a:p>
            <a:fld id="{E8EEF123-5015-42F6-8687-0B3BE1403F52}" type="datetimeFigureOut">
              <a:rPr lang="zh-CN" altLang="en-US" smtClean="0"/>
              <a:t>2026/4/4</a:t>
            </a:fld>
            <a:endParaRPr lang="zh-CN" altLang="en-US"/>
          </a:p>
        </p:txBody>
      </p:sp>
      <p:sp>
        <p:nvSpPr>
          <p:cNvPr id="6" name="页脚占位符 5">
            <a:extLst>
              <a:ext uri="{FF2B5EF4-FFF2-40B4-BE49-F238E27FC236}">
                <a16:creationId xmlns:a16="http://schemas.microsoft.com/office/drawing/2014/main" id="{EFC7A728-6EA6-5B23-E109-2190ADC5E885}"/>
              </a:ext>
            </a:extLst>
          </p:cNvPr>
          <p:cNvSpPr>
            <a:spLocks noGrp="1"/>
          </p:cNvSpPr>
          <p:nvPr>
            <p:ph type="ftr" sz="quarter" idx="11"/>
          </p:nvPr>
        </p:nvSpPr>
        <p:spPr>
          <a:xfrm>
            <a:off x="4038600" y="6356350"/>
            <a:ext cx="4114800" cy="365125"/>
          </a:xfrm>
          <a:prstGeom prst="rect">
            <a:avLst/>
          </a:prstGeom>
        </p:spPr>
        <p:txBody>
          <a:bodyPr/>
          <a:lstStyle/>
          <a:p>
            <a:endParaRPr lang="zh-CN" altLang="en-US"/>
          </a:p>
        </p:txBody>
      </p:sp>
      <p:sp>
        <p:nvSpPr>
          <p:cNvPr id="7" name="灯片编号占位符 6">
            <a:extLst>
              <a:ext uri="{FF2B5EF4-FFF2-40B4-BE49-F238E27FC236}">
                <a16:creationId xmlns:a16="http://schemas.microsoft.com/office/drawing/2014/main" id="{1651E736-A63F-E249-DAAD-375440957E10}"/>
              </a:ext>
            </a:extLst>
          </p:cNvPr>
          <p:cNvSpPr>
            <a:spLocks noGrp="1"/>
          </p:cNvSpPr>
          <p:nvPr>
            <p:ph type="sldNum" sz="quarter" idx="12"/>
          </p:nvPr>
        </p:nvSpPr>
        <p:spPr>
          <a:xfrm>
            <a:off x="8610600" y="6356350"/>
            <a:ext cx="2743200" cy="365125"/>
          </a:xfrm>
          <a:prstGeom prst="rect">
            <a:avLst/>
          </a:prstGeom>
        </p:spPr>
        <p:txBody>
          <a:bodyPr/>
          <a:lstStyle/>
          <a:p>
            <a:fld id="{77B631E4-8720-4193-BD91-A57797451EA0}" type="slidenum">
              <a:rPr lang="zh-CN" altLang="en-US" smtClean="0"/>
              <a:t>‹#›</a:t>
            </a:fld>
            <a:endParaRPr lang="zh-CN" altLang="en-US"/>
          </a:p>
        </p:txBody>
      </p:sp>
    </p:spTree>
    <p:extLst>
      <p:ext uri="{BB962C8B-B14F-4D97-AF65-F5344CB8AC3E}">
        <p14:creationId xmlns:p14="http://schemas.microsoft.com/office/powerpoint/2010/main" val="134375636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9B7B26F5-D101-7F53-EEA6-B180C2D3E47A}"/>
              </a:ext>
            </a:extLst>
          </p:cNvPr>
          <p:cNvSpPr>
            <a:spLocks noGrp="1"/>
          </p:cNvSpPr>
          <p:nvPr>
            <p:ph type="title"/>
          </p:nvPr>
        </p:nvSpPr>
        <p:spPr>
          <a:xfrm>
            <a:off x="839788" y="365125"/>
            <a:ext cx="10515600" cy="1325563"/>
          </a:xfrm>
        </p:spPr>
        <p:txBody>
          <a:bodyPr/>
          <a:lstStyle/>
          <a:p>
            <a:r>
              <a:rPr lang="zh-CN" altLang="en-US"/>
              <a:t>单击此处编辑母版标题样式</a:t>
            </a:r>
          </a:p>
        </p:txBody>
      </p:sp>
      <p:sp>
        <p:nvSpPr>
          <p:cNvPr id="3" name="文本占位符 2">
            <a:extLst>
              <a:ext uri="{FF2B5EF4-FFF2-40B4-BE49-F238E27FC236}">
                <a16:creationId xmlns:a16="http://schemas.microsoft.com/office/drawing/2014/main" id="{AE523223-7C55-5B3B-9E25-5DBF0C98451F}"/>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4" name="内容占位符 3">
            <a:extLst>
              <a:ext uri="{FF2B5EF4-FFF2-40B4-BE49-F238E27FC236}">
                <a16:creationId xmlns:a16="http://schemas.microsoft.com/office/drawing/2014/main" id="{30B2B2FF-B432-8FC4-4967-D96BF98AF758}"/>
              </a:ext>
            </a:extLst>
          </p:cNvPr>
          <p:cNvSpPr>
            <a:spLocks noGrp="1"/>
          </p:cNvSpPr>
          <p:nvPr>
            <p:ph sz="half" idx="2"/>
          </p:nvPr>
        </p:nvSpPr>
        <p:spPr>
          <a:xfrm>
            <a:off x="839788" y="2505075"/>
            <a:ext cx="5157787" cy="368458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5" name="文本占位符 4">
            <a:extLst>
              <a:ext uri="{FF2B5EF4-FFF2-40B4-BE49-F238E27FC236}">
                <a16:creationId xmlns:a16="http://schemas.microsoft.com/office/drawing/2014/main" id="{71C93D20-432B-7986-DC93-16510407A344}"/>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6" name="内容占位符 5">
            <a:extLst>
              <a:ext uri="{FF2B5EF4-FFF2-40B4-BE49-F238E27FC236}">
                <a16:creationId xmlns:a16="http://schemas.microsoft.com/office/drawing/2014/main" id="{482581EC-B1B9-061F-D484-D2558A586377}"/>
              </a:ext>
            </a:extLst>
          </p:cNvPr>
          <p:cNvSpPr>
            <a:spLocks noGrp="1"/>
          </p:cNvSpPr>
          <p:nvPr>
            <p:ph sz="quarter" idx="4"/>
          </p:nvPr>
        </p:nvSpPr>
        <p:spPr>
          <a:xfrm>
            <a:off x="6172200" y="2505075"/>
            <a:ext cx="5183188" cy="368458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7" name="日期占位符 6">
            <a:extLst>
              <a:ext uri="{FF2B5EF4-FFF2-40B4-BE49-F238E27FC236}">
                <a16:creationId xmlns:a16="http://schemas.microsoft.com/office/drawing/2014/main" id="{56A5BF5B-F3CF-47CF-BE24-A37965296F4B}"/>
              </a:ext>
            </a:extLst>
          </p:cNvPr>
          <p:cNvSpPr>
            <a:spLocks noGrp="1"/>
          </p:cNvSpPr>
          <p:nvPr>
            <p:ph type="dt" sz="half" idx="10"/>
          </p:nvPr>
        </p:nvSpPr>
        <p:spPr>
          <a:xfrm>
            <a:off x="838200" y="6356350"/>
            <a:ext cx="2743200" cy="365125"/>
          </a:xfrm>
          <a:prstGeom prst="rect">
            <a:avLst/>
          </a:prstGeom>
        </p:spPr>
        <p:txBody>
          <a:bodyPr/>
          <a:lstStyle/>
          <a:p>
            <a:fld id="{E8EEF123-5015-42F6-8687-0B3BE1403F52}" type="datetimeFigureOut">
              <a:rPr lang="zh-CN" altLang="en-US" smtClean="0"/>
              <a:t>2026/4/4</a:t>
            </a:fld>
            <a:endParaRPr lang="zh-CN" altLang="en-US"/>
          </a:p>
        </p:txBody>
      </p:sp>
      <p:sp>
        <p:nvSpPr>
          <p:cNvPr id="8" name="页脚占位符 7">
            <a:extLst>
              <a:ext uri="{FF2B5EF4-FFF2-40B4-BE49-F238E27FC236}">
                <a16:creationId xmlns:a16="http://schemas.microsoft.com/office/drawing/2014/main" id="{D45CDA27-DD70-2B01-5F59-257B263DAB36}"/>
              </a:ext>
            </a:extLst>
          </p:cNvPr>
          <p:cNvSpPr>
            <a:spLocks noGrp="1"/>
          </p:cNvSpPr>
          <p:nvPr>
            <p:ph type="ftr" sz="quarter" idx="11"/>
          </p:nvPr>
        </p:nvSpPr>
        <p:spPr>
          <a:xfrm>
            <a:off x="4038600" y="6356350"/>
            <a:ext cx="4114800" cy="365125"/>
          </a:xfrm>
          <a:prstGeom prst="rect">
            <a:avLst/>
          </a:prstGeom>
        </p:spPr>
        <p:txBody>
          <a:bodyPr/>
          <a:lstStyle/>
          <a:p>
            <a:endParaRPr lang="zh-CN" altLang="en-US"/>
          </a:p>
        </p:txBody>
      </p:sp>
      <p:sp>
        <p:nvSpPr>
          <p:cNvPr id="9" name="灯片编号占位符 8">
            <a:extLst>
              <a:ext uri="{FF2B5EF4-FFF2-40B4-BE49-F238E27FC236}">
                <a16:creationId xmlns:a16="http://schemas.microsoft.com/office/drawing/2014/main" id="{2875554E-B481-827A-280A-5CFE24C34B53}"/>
              </a:ext>
            </a:extLst>
          </p:cNvPr>
          <p:cNvSpPr>
            <a:spLocks noGrp="1"/>
          </p:cNvSpPr>
          <p:nvPr>
            <p:ph type="sldNum" sz="quarter" idx="12"/>
          </p:nvPr>
        </p:nvSpPr>
        <p:spPr>
          <a:xfrm>
            <a:off x="8610600" y="6356350"/>
            <a:ext cx="2743200" cy="365125"/>
          </a:xfrm>
          <a:prstGeom prst="rect">
            <a:avLst/>
          </a:prstGeom>
        </p:spPr>
        <p:txBody>
          <a:bodyPr/>
          <a:lstStyle/>
          <a:p>
            <a:fld id="{77B631E4-8720-4193-BD91-A57797451EA0}" type="slidenum">
              <a:rPr lang="zh-CN" altLang="en-US" smtClean="0"/>
              <a:t>‹#›</a:t>
            </a:fld>
            <a:endParaRPr lang="zh-CN" altLang="en-US"/>
          </a:p>
        </p:txBody>
      </p:sp>
    </p:spTree>
    <p:extLst>
      <p:ext uri="{BB962C8B-B14F-4D97-AF65-F5344CB8AC3E}">
        <p14:creationId xmlns:p14="http://schemas.microsoft.com/office/powerpoint/2010/main" val="101853926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54175C2C-5148-B92D-0F2C-01739D3A3B13}"/>
              </a:ext>
            </a:extLst>
          </p:cNvPr>
          <p:cNvSpPr>
            <a:spLocks noGrp="1"/>
          </p:cNvSpPr>
          <p:nvPr>
            <p:ph type="title"/>
          </p:nvPr>
        </p:nvSpPr>
        <p:spPr/>
        <p:txBody>
          <a:bodyPr/>
          <a:lstStyle/>
          <a:p>
            <a:r>
              <a:rPr lang="zh-CN" altLang="en-US"/>
              <a:t>单击此处编辑母版标题样式</a:t>
            </a:r>
          </a:p>
        </p:txBody>
      </p:sp>
      <p:sp>
        <p:nvSpPr>
          <p:cNvPr id="3" name="日期占位符 2">
            <a:extLst>
              <a:ext uri="{FF2B5EF4-FFF2-40B4-BE49-F238E27FC236}">
                <a16:creationId xmlns:a16="http://schemas.microsoft.com/office/drawing/2014/main" id="{986D78FA-5E3B-1D60-F1DF-9C9D717C3384}"/>
              </a:ext>
            </a:extLst>
          </p:cNvPr>
          <p:cNvSpPr>
            <a:spLocks noGrp="1"/>
          </p:cNvSpPr>
          <p:nvPr>
            <p:ph type="dt" sz="half" idx="10"/>
          </p:nvPr>
        </p:nvSpPr>
        <p:spPr>
          <a:xfrm>
            <a:off x="838200" y="6356350"/>
            <a:ext cx="2743200" cy="365125"/>
          </a:xfrm>
          <a:prstGeom prst="rect">
            <a:avLst/>
          </a:prstGeom>
        </p:spPr>
        <p:txBody>
          <a:bodyPr/>
          <a:lstStyle/>
          <a:p>
            <a:fld id="{E8EEF123-5015-42F6-8687-0B3BE1403F52}" type="datetimeFigureOut">
              <a:rPr lang="zh-CN" altLang="en-US" smtClean="0"/>
              <a:t>2026/4/4</a:t>
            </a:fld>
            <a:endParaRPr lang="zh-CN" altLang="en-US"/>
          </a:p>
        </p:txBody>
      </p:sp>
      <p:sp>
        <p:nvSpPr>
          <p:cNvPr id="4" name="页脚占位符 3">
            <a:extLst>
              <a:ext uri="{FF2B5EF4-FFF2-40B4-BE49-F238E27FC236}">
                <a16:creationId xmlns:a16="http://schemas.microsoft.com/office/drawing/2014/main" id="{DE05D53A-E3B7-A12B-A85C-94087F17F978}"/>
              </a:ext>
            </a:extLst>
          </p:cNvPr>
          <p:cNvSpPr>
            <a:spLocks noGrp="1"/>
          </p:cNvSpPr>
          <p:nvPr>
            <p:ph type="ftr" sz="quarter" idx="11"/>
          </p:nvPr>
        </p:nvSpPr>
        <p:spPr>
          <a:xfrm>
            <a:off x="4038600" y="6356350"/>
            <a:ext cx="4114800" cy="365125"/>
          </a:xfrm>
          <a:prstGeom prst="rect">
            <a:avLst/>
          </a:prstGeom>
        </p:spPr>
        <p:txBody>
          <a:bodyPr/>
          <a:lstStyle/>
          <a:p>
            <a:endParaRPr lang="zh-CN" altLang="en-US"/>
          </a:p>
        </p:txBody>
      </p:sp>
      <p:sp>
        <p:nvSpPr>
          <p:cNvPr id="5" name="灯片编号占位符 4">
            <a:extLst>
              <a:ext uri="{FF2B5EF4-FFF2-40B4-BE49-F238E27FC236}">
                <a16:creationId xmlns:a16="http://schemas.microsoft.com/office/drawing/2014/main" id="{20B9AB23-A358-A513-F247-6668D1A71D5A}"/>
              </a:ext>
            </a:extLst>
          </p:cNvPr>
          <p:cNvSpPr>
            <a:spLocks noGrp="1"/>
          </p:cNvSpPr>
          <p:nvPr>
            <p:ph type="sldNum" sz="quarter" idx="12"/>
          </p:nvPr>
        </p:nvSpPr>
        <p:spPr>
          <a:xfrm>
            <a:off x="8610600" y="6356350"/>
            <a:ext cx="2743200" cy="365125"/>
          </a:xfrm>
          <a:prstGeom prst="rect">
            <a:avLst/>
          </a:prstGeom>
        </p:spPr>
        <p:txBody>
          <a:bodyPr/>
          <a:lstStyle/>
          <a:p>
            <a:fld id="{77B631E4-8720-4193-BD91-A57797451EA0}" type="slidenum">
              <a:rPr lang="zh-CN" altLang="en-US" smtClean="0"/>
              <a:t>‹#›</a:t>
            </a:fld>
            <a:endParaRPr lang="zh-CN" altLang="en-US"/>
          </a:p>
        </p:txBody>
      </p:sp>
    </p:spTree>
    <p:extLst>
      <p:ext uri="{BB962C8B-B14F-4D97-AF65-F5344CB8AC3E}">
        <p14:creationId xmlns:p14="http://schemas.microsoft.com/office/powerpoint/2010/main" val="31810278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日期占位符 1">
            <a:extLst>
              <a:ext uri="{FF2B5EF4-FFF2-40B4-BE49-F238E27FC236}">
                <a16:creationId xmlns:a16="http://schemas.microsoft.com/office/drawing/2014/main" id="{FA1C6BA2-220C-C148-07F6-4F9EFDCF0BE8}"/>
              </a:ext>
            </a:extLst>
          </p:cNvPr>
          <p:cNvSpPr>
            <a:spLocks noGrp="1"/>
          </p:cNvSpPr>
          <p:nvPr>
            <p:ph type="dt" sz="half" idx="10"/>
          </p:nvPr>
        </p:nvSpPr>
        <p:spPr>
          <a:xfrm>
            <a:off x="838200" y="6356350"/>
            <a:ext cx="2743200" cy="365125"/>
          </a:xfrm>
          <a:prstGeom prst="rect">
            <a:avLst/>
          </a:prstGeom>
        </p:spPr>
        <p:txBody>
          <a:bodyPr/>
          <a:lstStyle/>
          <a:p>
            <a:fld id="{E8EEF123-5015-42F6-8687-0B3BE1403F52}" type="datetimeFigureOut">
              <a:rPr lang="zh-CN" altLang="en-US" smtClean="0"/>
              <a:t>2026/4/4</a:t>
            </a:fld>
            <a:endParaRPr lang="zh-CN" altLang="en-US"/>
          </a:p>
        </p:txBody>
      </p:sp>
      <p:sp>
        <p:nvSpPr>
          <p:cNvPr id="3" name="页脚占位符 2">
            <a:extLst>
              <a:ext uri="{FF2B5EF4-FFF2-40B4-BE49-F238E27FC236}">
                <a16:creationId xmlns:a16="http://schemas.microsoft.com/office/drawing/2014/main" id="{DC964A1C-DA2A-2AFD-30E4-0884A5B01E45}"/>
              </a:ext>
            </a:extLst>
          </p:cNvPr>
          <p:cNvSpPr>
            <a:spLocks noGrp="1"/>
          </p:cNvSpPr>
          <p:nvPr>
            <p:ph type="ftr" sz="quarter" idx="11"/>
          </p:nvPr>
        </p:nvSpPr>
        <p:spPr>
          <a:xfrm>
            <a:off x="4038600" y="6356350"/>
            <a:ext cx="4114800" cy="365125"/>
          </a:xfrm>
          <a:prstGeom prst="rect">
            <a:avLst/>
          </a:prstGeom>
        </p:spPr>
        <p:txBody>
          <a:bodyPr/>
          <a:lstStyle/>
          <a:p>
            <a:endParaRPr lang="zh-CN" altLang="en-US"/>
          </a:p>
        </p:txBody>
      </p:sp>
      <p:sp>
        <p:nvSpPr>
          <p:cNvPr id="4" name="灯片编号占位符 3">
            <a:extLst>
              <a:ext uri="{FF2B5EF4-FFF2-40B4-BE49-F238E27FC236}">
                <a16:creationId xmlns:a16="http://schemas.microsoft.com/office/drawing/2014/main" id="{EA517830-35C2-8994-A464-96771B0001FB}"/>
              </a:ext>
            </a:extLst>
          </p:cNvPr>
          <p:cNvSpPr>
            <a:spLocks noGrp="1"/>
          </p:cNvSpPr>
          <p:nvPr>
            <p:ph type="sldNum" sz="quarter" idx="12"/>
          </p:nvPr>
        </p:nvSpPr>
        <p:spPr>
          <a:xfrm>
            <a:off x="8610600" y="6356350"/>
            <a:ext cx="2743200" cy="365125"/>
          </a:xfrm>
          <a:prstGeom prst="rect">
            <a:avLst/>
          </a:prstGeom>
        </p:spPr>
        <p:txBody>
          <a:bodyPr/>
          <a:lstStyle/>
          <a:p>
            <a:fld id="{77B631E4-8720-4193-BD91-A57797451EA0}" type="slidenum">
              <a:rPr lang="zh-CN" altLang="en-US" smtClean="0"/>
              <a:t>‹#›</a:t>
            </a:fld>
            <a:endParaRPr lang="zh-CN" altLang="en-US"/>
          </a:p>
        </p:txBody>
      </p:sp>
    </p:spTree>
    <p:extLst>
      <p:ext uri="{BB962C8B-B14F-4D97-AF65-F5344CB8AC3E}">
        <p14:creationId xmlns:p14="http://schemas.microsoft.com/office/powerpoint/2010/main" val="125872938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1B6D2CB4-AB0D-17DE-E2B4-209C273FC345}"/>
              </a:ext>
            </a:extLst>
          </p:cNvPr>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p>
        </p:txBody>
      </p:sp>
      <p:sp>
        <p:nvSpPr>
          <p:cNvPr id="3" name="内容占位符 2">
            <a:extLst>
              <a:ext uri="{FF2B5EF4-FFF2-40B4-BE49-F238E27FC236}">
                <a16:creationId xmlns:a16="http://schemas.microsoft.com/office/drawing/2014/main" id="{0EF0E53D-7A81-84EB-758C-7F237FBAD6D6}"/>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文本占位符 3">
            <a:extLst>
              <a:ext uri="{FF2B5EF4-FFF2-40B4-BE49-F238E27FC236}">
                <a16:creationId xmlns:a16="http://schemas.microsoft.com/office/drawing/2014/main" id="{F99B1241-8411-8D36-A148-57CE3BE46F08}"/>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p>
        </p:txBody>
      </p:sp>
      <p:sp>
        <p:nvSpPr>
          <p:cNvPr id="5" name="日期占位符 4">
            <a:extLst>
              <a:ext uri="{FF2B5EF4-FFF2-40B4-BE49-F238E27FC236}">
                <a16:creationId xmlns:a16="http://schemas.microsoft.com/office/drawing/2014/main" id="{F1E7D7C1-BED9-CCE3-1928-1646D4F172AA}"/>
              </a:ext>
            </a:extLst>
          </p:cNvPr>
          <p:cNvSpPr>
            <a:spLocks noGrp="1"/>
          </p:cNvSpPr>
          <p:nvPr>
            <p:ph type="dt" sz="half" idx="10"/>
          </p:nvPr>
        </p:nvSpPr>
        <p:spPr>
          <a:xfrm>
            <a:off x="838200" y="6356350"/>
            <a:ext cx="2743200" cy="365125"/>
          </a:xfrm>
          <a:prstGeom prst="rect">
            <a:avLst/>
          </a:prstGeom>
        </p:spPr>
        <p:txBody>
          <a:bodyPr/>
          <a:lstStyle/>
          <a:p>
            <a:fld id="{E8EEF123-5015-42F6-8687-0B3BE1403F52}" type="datetimeFigureOut">
              <a:rPr lang="zh-CN" altLang="en-US" smtClean="0"/>
              <a:t>2026/4/4</a:t>
            </a:fld>
            <a:endParaRPr lang="zh-CN" altLang="en-US"/>
          </a:p>
        </p:txBody>
      </p:sp>
      <p:sp>
        <p:nvSpPr>
          <p:cNvPr id="6" name="页脚占位符 5">
            <a:extLst>
              <a:ext uri="{FF2B5EF4-FFF2-40B4-BE49-F238E27FC236}">
                <a16:creationId xmlns:a16="http://schemas.microsoft.com/office/drawing/2014/main" id="{CE176011-BC01-0349-F55D-BB6FB83932E4}"/>
              </a:ext>
            </a:extLst>
          </p:cNvPr>
          <p:cNvSpPr>
            <a:spLocks noGrp="1"/>
          </p:cNvSpPr>
          <p:nvPr>
            <p:ph type="ftr" sz="quarter" idx="11"/>
          </p:nvPr>
        </p:nvSpPr>
        <p:spPr>
          <a:xfrm>
            <a:off x="4038600" y="6356350"/>
            <a:ext cx="4114800" cy="365125"/>
          </a:xfrm>
          <a:prstGeom prst="rect">
            <a:avLst/>
          </a:prstGeom>
        </p:spPr>
        <p:txBody>
          <a:bodyPr/>
          <a:lstStyle/>
          <a:p>
            <a:endParaRPr lang="zh-CN" altLang="en-US"/>
          </a:p>
        </p:txBody>
      </p:sp>
      <p:sp>
        <p:nvSpPr>
          <p:cNvPr id="7" name="灯片编号占位符 6">
            <a:extLst>
              <a:ext uri="{FF2B5EF4-FFF2-40B4-BE49-F238E27FC236}">
                <a16:creationId xmlns:a16="http://schemas.microsoft.com/office/drawing/2014/main" id="{D3A4B918-0508-C574-25D4-E60D9AF29121}"/>
              </a:ext>
            </a:extLst>
          </p:cNvPr>
          <p:cNvSpPr>
            <a:spLocks noGrp="1"/>
          </p:cNvSpPr>
          <p:nvPr>
            <p:ph type="sldNum" sz="quarter" idx="12"/>
          </p:nvPr>
        </p:nvSpPr>
        <p:spPr>
          <a:xfrm>
            <a:off x="8610600" y="6356350"/>
            <a:ext cx="2743200" cy="365125"/>
          </a:xfrm>
          <a:prstGeom prst="rect">
            <a:avLst/>
          </a:prstGeom>
        </p:spPr>
        <p:txBody>
          <a:bodyPr/>
          <a:lstStyle/>
          <a:p>
            <a:fld id="{77B631E4-8720-4193-BD91-A57797451EA0}" type="slidenum">
              <a:rPr lang="zh-CN" altLang="en-US" smtClean="0"/>
              <a:t>‹#›</a:t>
            </a:fld>
            <a:endParaRPr lang="zh-CN" altLang="en-US"/>
          </a:p>
        </p:txBody>
      </p:sp>
    </p:spTree>
    <p:extLst>
      <p:ext uri="{BB962C8B-B14F-4D97-AF65-F5344CB8AC3E}">
        <p14:creationId xmlns:p14="http://schemas.microsoft.com/office/powerpoint/2010/main" val="58703124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0D2217CC-6ABA-2E5C-F68E-2016D677390A}"/>
              </a:ext>
            </a:extLst>
          </p:cNvPr>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p>
        </p:txBody>
      </p:sp>
      <p:sp>
        <p:nvSpPr>
          <p:cNvPr id="3" name="图片占位符 2">
            <a:extLst>
              <a:ext uri="{FF2B5EF4-FFF2-40B4-BE49-F238E27FC236}">
                <a16:creationId xmlns:a16="http://schemas.microsoft.com/office/drawing/2014/main" id="{7EF7925F-0C0E-5E47-AB8B-D7C46C5F2C09}"/>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zh-CN" altLang="en-US"/>
              <a:t>单击图标添加图片</a:t>
            </a:r>
          </a:p>
        </p:txBody>
      </p:sp>
      <p:sp>
        <p:nvSpPr>
          <p:cNvPr id="4" name="文本占位符 3">
            <a:extLst>
              <a:ext uri="{FF2B5EF4-FFF2-40B4-BE49-F238E27FC236}">
                <a16:creationId xmlns:a16="http://schemas.microsoft.com/office/drawing/2014/main" id="{437ACCD2-AA78-6C23-14F6-251A042FD032}"/>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p>
        </p:txBody>
      </p:sp>
      <p:sp>
        <p:nvSpPr>
          <p:cNvPr id="5" name="日期占位符 4">
            <a:extLst>
              <a:ext uri="{FF2B5EF4-FFF2-40B4-BE49-F238E27FC236}">
                <a16:creationId xmlns:a16="http://schemas.microsoft.com/office/drawing/2014/main" id="{2DDF9F0E-8B9C-0C2B-54FC-1914BEC8AD2A}"/>
              </a:ext>
            </a:extLst>
          </p:cNvPr>
          <p:cNvSpPr>
            <a:spLocks noGrp="1"/>
          </p:cNvSpPr>
          <p:nvPr>
            <p:ph type="dt" sz="half" idx="10"/>
          </p:nvPr>
        </p:nvSpPr>
        <p:spPr>
          <a:xfrm>
            <a:off x="838200" y="6356350"/>
            <a:ext cx="2743200" cy="365125"/>
          </a:xfrm>
          <a:prstGeom prst="rect">
            <a:avLst/>
          </a:prstGeom>
        </p:spPr>
        <p:txBody>
          <a:bodyPr/>
          <a:lstStyle/>
          <a:p>
            <a:fld id="{E8EEF123-5015-42F6-8687-0B3BE1403F52}" type="datetimeFigureOut">
              <a:rPr lang="zh-CN" altLang="en-US" smtClean="0"/>
              <a:t>2026/4/4</a:t>
            </a:fld>
            <a:endParaRPr lang="zh-CN" altLang="en-US"/>
          </a:p>
        </p:txBody>
      </p:sp>
      <p:sp>
        <p:nvSpPr>
          <p:cNvPr id="6" name="页脚占位符 5">
            <a:extLst>
              <a:ext uri="{FF2B5EF4-FFF2-40B4-BE49-F238E27FC236}">
                <a16:creationId xmlns:a16="http://schemas.microsoft.com/office/drawing/2014/main" id="{1FF57E80-0D1C-034D-97FC-0F7515CC5D04}"/>
              </a:ext>
            </a:extLst>
          </p:cNvPr>
          <p:cNvSpPr>
            <a:spLocks noGrp="1"/>
          </p:cNvSpPr>
          <p:nvPr>
            <p:ph type="ftr" sz="quarter" idx="11"/>
          </p:nvPr>
        </p:nvSpPr>
        <p:spPr>
          <a:xfrm>
            <a:off x="4038600" y="6356350"/>
            <a:ext cx="4114800" cy="365125"/>
          </a:xfrm>
          <a:prstGeom prst="rect">
            <a:avLst/>
          </a:prstGeom>
        </p:spPr>
        <p:txBody>
          <a:bodyPr/>
          <a:lstStyle/>
          <a:p>
            <a:endParaRPr lang="zh-CN" altLang="en-US"/>
          </a:p>
        </p:txBody>
      </p:sp>
      <p:sp>
        <p:nvSpPr>
          <p:cNvPr id="7" name="灯片编号占位符 6">
            <a:extLst>
              <a:ext uri="{FF2B5EF4-FFF2-40B4-BE49-F238E27FC236}">
                <a16:creationId xmlns:a16="http://schemas.microsoft.com/office/drawing/2014/main" id="{7B08D629-2887-6D93-5948-37C821477268}"/>
              </a:ext>
            </a:extLst>
          </p:cNvPr>
          <p:cNvSpPr>
            <a:spLocks noGrp="1"/>
          </p:cNvSpPr>
          <p:nvPr>
            <p:ph type="sldNum" sz="quarter" idx="12"/>
          </p:nvPr>
        </p:nvSpPr>
        <p:spPr>
          <a:xfrm>
            <a:off x="8610600" y="6356350"/>
            <a:ext cx="2743200" cy="365125"/>
          </a:xfrm>
          <a:prstGeom prst="rect">
            <a:avLst/>
          </a:prstGeom>
        </p:spPr>
        <p:txBody>
          <a:bodyPr/>
          <a:lstStyle/>
          <a:p>
            <a:fld id="{77B631E4-8720-4193-BD91-A57797451EA0}" type="slidenum">
              <a:rPr lang="zh-CN" altLang="en-US" smtClean="0"/>
              <a:t>‹#›</a:t>
            </a:fld>
            <a:endParaRPr lang="zh-CN" altLang="en-US"/>
          </a:p>
        </p:txBody>
      </p:sp>
    </p:spTree>
    <p:extLst>
      <p:ext uri="{BB962C8B-B14F-4D97-AF65-F5344CB8AC3E}">
        <p14:creationId xmlns:p14="http://schemas.microsoft.com/office/powerpoint/2010/main" val="46701091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BE88E821-5A2C-D478-CC69-D9FCF918B17F}"/>
              </a:ext>
            </a:extLst>
          </p:cNvPr>
          <p:cNvSpPr>
            <a:spLocks noGrp="1"/>
          </p:cNvSpPr>
          <p:nvPr>
            <p:ph type="title"/>
          </p:nvPr>
        </p:nvSpPr>
        <p:spPr/>
        <p:txBody>
          <a:bodyPr/>
          <a:lstStyle/>
          <a:p>
            <a:r>
              <a:rPr lang="zh-CN" altLang="en-US"/>
              <a:t>单击此处编辑母版标题样式</a:t>
            </a:r>
          </a:p>
        </p:txBody>
      </p:sp>
      <p:sp>
        <p:nvSpPr>
          <p:cNvPr id="3" name="竖排文字占位符 2">
            <a:extLst>
              <a:ext uri="{FF2B5EF4-FFF2-40B4-BE49-F238E27FC236}">
                <a16:creationId xmlns:a16="http://schemas.microsoft.com/office/drawing/2014/main" id="{F138B5FD-C9D5-1F5D-4127-D4692377A88D}"/>
              </a:ext>
            </a:extLst>
          </p:cNvPr>
          <p:cNvSpPr>
            <a:spLocks noGrp="1"/>
          </p:cNvSpPr>
          <p:nvPr>
            <p:ph type="body" orient="vert" idx="1"/>
          </p:nvPr>
        </p:nvSpPr>
        <p:spPr/>
        <p:txBody>
          <a:bodyPr vert="eaVert"/>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a:extLst>
              <a:ext uri="{FF2B5EF4-FFF2-40B4-BE49-F238E27FC236}">
                <a16:creationId xmlns:a16="http://schemas.microsoft.com/office/drawing/2014/main" id="{6BADB43B-FD92-40FB-7B50-30ECF4001019}"/>
              </a:ext>
            </a:extLst>
          </p:cNvPr>
          <p:cNvSpPr>
            <a:spLocks noGrp="1"/>
          </p:cNvSpPr>
          <p:nvPr>
            <p:ph type="dt" sz="half" idx="10"/>
          </p:nvPr>
        </p:nvSpPr>
        <p:spPr>
          <a:xfrm>
            <a:off x="838200" y="6356350"/>
            <a:ext cx="2743200" cy="365125"/>
          </a:xfrm>
          <a:prstGeom prst="rect">
            <a:avLst/>
          </a:prstGeom>
        </p:spPr>
        <p:txBody>
          <a:bodyPr/>
          <a:lstStyle/>
          <a:p>
            <a:fld id="{E8EEF123-5015-42F6-8687-0B3BE1403F52}" type="datetimeFigureOut">
              <a:rPr lang="zh-CN" altLang="en-US" smtClean="0"/>
              <a:t>2026/4/4</a:t>
            </a:fld>
            <a:endParaRPr lang="zh-CN" altLang="en-US"/>
          </a:p>
        </p:txBody>
      </p:sp>
      <p:sp>
        <p:nvSpPr>
          <p:cNvPr id="5" name="页脚占位符 4">
            <a:extLst>
              <a:ext uri="{FF2B5EF4-FFF2-40B4-BE49-F238E27FC236}">
                <a16:creationId xmlns:a16="http://schemas.microsoft.com/office/drawing/2014/main" id="{84BC46E9-B1B0-7A6A-491D-CC69ED64702D}"/>
              </a:ext>
            </a:extLst>
          </p:cNvPr>
          <p:cNvSpPr>
            <a:spLocks noGrp="1"/>
          </p:cNvSpPr>
          <p:nvPr>
            <p:ph type="ftr" sz="quarter" idx="11"/>
          </p:nvPr>
        </p:nvSpPr>
        <p:spPr>
          <a:xfrm>
            <a:off x="4038600" y="6356350"/>
            <a:ext cx="4114800" cy="365125"/>
          </a:xfrm>
          <a:prstGeom prst="rect">
            <a:avLst/>
          </a:prstGeom>
        </p:spPr>
        <p:txBody>
          <a:bodyPr/>
          <a:lstStyle/>
          <a:p>
            <a:endParaRPr lang="zh-CN" altLang="en-US"/>
          </a:p>
        </p:txBody>
      </p:sp>
      <p:sp>
        <p:nvSpPr>
          <p:cNvPr id="6" name="灯片编号占位符 5">
            <a:extLst>
              <a:ext uri="{FF2B5EF4-FFF2-40B4-BE49-F238E27FC236}">
                <a16:creationId xmlns:a16="http://schemas.microsoft.com/office/drawing/2014/main" id="{98019B09-F8C1-4ACD-8941-CB6457B59B2E}"/>
              </a:ext>
            </a:extLst>
          </p:cNvPr>
          <p:cNvSpPr>
            <a:spLocks noGrp="1"/>
          </p:cNvSpPr>
          <p:nvPr>
            <p:ph type="sldNum" sz="quarter" idx="12"/>
          </p:nvPr>
        </p:nvSpPr>
        <p:spPr>
          <a:xfrm>
            <a:off x="8610600" y="6356350"/>
            <a:ext cx="2743200" cy="365125"/>
          </a:xfrm>
          <a:prstGeom prst="rect">
            <a:avLst/>
          </a:prstGeom>
        </p:spPr>
        <p:txBody>
          <a:bodyPr/>
          <a:lstStyle/>
          <a:p>
            <a:fld id="{77B631E4-8720-4193-BD91-A57797451EA0}" type="slidenum">
              <a:rPr lang="zh-CN" altLang="en-US" smtClean="0"/>
              <a:t>‹#›</a:t>
            </a:fld>
            <a:endParaRPr lang="zh-CN" altLang="en-US"/>
          </a:p>
        </p:txBody>
      </p:sp>
    </p:spTree>
    <p:extLst>
      <p:ext uri="{BB962C8B-B14F-4D97-AF65-F5344CB8AC3E}">
        <p14:creationId xmlns:p14="http://schemas.microsoft.com/office/powerpoint/2010/main" val="362489788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竖排标题 1">
            <a:extLst>
              <a:ext uri="{FF2B5EF4-FFF2-40B4-BE49-F238E27FC236}">
                <a16:creationId xmlns:a16="http://schemas.microsoft.com/office/drawing/2014/main" id="{E12E23E3-A5B8-E1F3-CCAE-C8FC03986976}"/>
              </a:ext>
            </a:extLst>
          </p:cNvPr>
          <p:cNvSpPr>
            <a:spLocks noGrp="1"/>
          </p:cNvSpPr>
          <p:nvPr>
            <p:ph type="title" orient="vert"/>
          </p:nvPr>
        </p:nvSpPr>
        <p:spPr>
          <a:xfrm>
            <a:off x="8724900" y="365125"/>
            <a:ext cx="2628900" cy="5811838"/>
          </a:xfrm>
        </p:spPr>
        <p:txBody>
          <a:bodyPr vert="eaVert"/>
          <a:lstStyle/>
          <a:p>
            <a:r>
              <a:rPr lang="zh-CN" altLang="en-US"/>
              <a:t>单击此处编辑母版标题样式</a:t>
            </a:r>
          </a:p>
        </p:txBody>
      </p:sp>
      <p:sp>
        <p:nvSpPr>
          <p:cNvPr id="3" name="竖排文字占位符 2">
            <a:extLst>
              <a:ext uri="{FF2B5EF4-FFF2-40B4-BE49-F238E27FC236}">
                <a16:creationId xmlns:a16="http://schemas.microsoft.com/office/drawing/2014/main" id="{935ABE13-47FF-9320-0BD9-0213F7FC7BE1}"/>
              </a:ext>
            </a:extLst>
          </p:cNvPr>
          <p:cNvSpPr>
            <a:spLocks noGrp="1"/>
          </p:cNvSpPr>
          <p:nvPr>
            <p:ph type="body" orient="vert" idx="1"/>
          </p:nvPr>
        </p:nvSpPr>
        <p:spPr>
          <a:xfrm>
            <a:off x="838200" y="365125"/>
            <a:ext cx="7734300" cy="5811838"/>
          </a:xfrm>
        </p:spPr>
        <p:txBody>
          <a:bodyPr vert="eaVert"/>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a:extLst>
              <a:ext uri="{FF2B5EF4-FFF2-40B4-BE49-F238E27FC236}">
                <a16:creationId xmlns:a16="http://schemas.microsoft.com/office/drawing/2014/main" id="{81BB3054-4D7F-3B3B-E1A3-1357944A128E}"/>
              </a:ext>
            </a:extLst>
          </p:cNvPr>
          <p:cNvSpPr>
            <a:spLocks noGrp="1"/>
          </p:cNvSpPr>
          <p:nvPr>
            <p:ph type="dt" sz="half" idx="10"/>
          </p:nvPr>
        </p:nvSpPr>
        <p:spPr>
          <a:xfrm>
            <a:off x="838200" y="6356350"/>
            <a:ext cx="2743200" cy="365125"/>
          </a:xfrm>
          <a:prstGeom prst="rect">
            <a:avLst/>
          </a:prstGeom>
        </p:spPr>
        <p:txBody>
          <a:bodyPr/>
          <a:lstStyle/>
          <a:p>
            <a:fld id="{E8EEF123-5015-42F6-8687-0B3BE1403F52}" type="datetimeFigureOut">
              <a:rPr lang="zh-CN" altLang="en-US" smtClean="0"/>
              <a:t>2026/4/4</a:t>
            </a:fld>
            <a:endParaRPr lang="zh-CN" altLang="en-US"/>
          </a:p>
        </p:txBody>
      </p:sp>
      <p:sp>
        <p:nvSpPr>
          <p:cNvPr id="5" name="页脚占位符 4">
            <a:extLst>
              <a:ext uri="{FF2B5EF4-FFF2-40B4-BE49-F238E27FC236}">
                <a16:creationId xmlns:a16="http://schemas.microsoft.com/office/drawing/2014/main" id="{E202E990-2169-8BC6-65CE-47FB9207B7E0}"/>
              </a:ext>
            </a:extLst>
          </p:cNvPr>
          <p:cNvSpPr>
            <a:spLocks noGrp="1"/>
          </p:cNvSpPr>
          <p:nvPr>
            <p:ph type="ftr" sz="quarter" idx="11"/>
          </p:nvPr>
        </p:nvSpPr>
        <p:spPr>
          <a:xfrm>
            <a:off x="4038600" y="6356350"/>
            <a:ext cx="4114800" cy="365125"/>
          </a:xfrm>
          <a:prstGeom prst="rect">
            <a:avLst/>
          </a:prstGeom>
        </p:spPr>
        <p:txBody>
          <a:bodyPr/>
          <a:lstStyle/>
          <a:p>
            <a:endParaRPr lang="zh-CN" altLang="en-US"/>
          </a:p>
        </p:txBody>
      </p:sp>
      <p:sp>
        <p:nvSpPr>
          <p:cNvPr id="6" name="灯片编号占位符 5">
            <a:extLst>
              <a:ext uri="{FF2B5EF4-FFF2-40B4-BE49-F238E27FC236}">
                <a16:creationId xmlns:a16="http://schemas.microsoft.com/office/drawing/2014/main" id="{6C2F675A-7299-AC6A-E0D6-3D6A6E1549D8}"/>
              </a:ext>
            </a:extLst>
          </p:cNvPr>
          <p:cNvSpPr>
            <a:spLocks noGrp="1"/>
          </p:cNvSpPr>
          <p:nvPr>
            <p:ph type="sldNum" sz="quarter" idx="12"/>
          </p:nvPr>
        </p:nvSpPr>
        <p:spPr>
          <a:xfrm>
            <a:off x="8610600" y="6356350"/>
            <a:ext cx="2743200" cy="365125"/>
          </a:xfrm>
          <a:prstGeom prst="rect">
            <a:avLst/>
          </a:prstGeom>
        </p:spPr>
        <p:txBody>
          <a:bodyPr/>
          <a:lstStyle/>
          <a:p>
            <a:fld id="{77B631E4-8720-4193-BD91-A57797451EA0}" type="slidenum">
              <a:rPr lang="zh-CN" altLang="en-US" smtClean="0"/>
              <a:t>‹#›</a:t>
            </a:fld>
            <a:endParaRPr lang="zh-CN" altLang="en-US"/>
          </a:p>
        </p:txBody>
      </p:sp>
    </p:spTree>
    <p:extLst>
      <p:ext uri="{BB962C8B-B14F-4D97-AF65-F5344CB8AC3E}">
        <p14:creationId xmlns:p14="http://schemas.microsoft.com/office/powerpoint/2010/main" val="1732738245"/>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cSld name="1_标题幻灯片">
    <p:spTree>
      <p:nvGrpSpPr>
        <p:cNvPr id="1" name=""/>
        <p:cNvGrpSpPr/>
        <p:nvPr/>
      </p:nvGrpSpPr>
      <p:grpSpPr>
        <a:xfrm>
          <a:off x="0" y="0"/>
          <a:ext cx="0" cy="0"/>
          <a:chOff x="0" y="0"/>
          <a:chExt cx="0" cy="0"/>
        </a:xfrm>
      </p:grpSpPr>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a:t>单击此处编辑母版副标题样式</a:t>
            </a:r>
            <a:endParaRPr lang="en-US" dirty="0"/>
          </a:p>
        </p:txBody>
      </p:sp>
      <p:sp>
        <p:nvSpPr>
          <p:cNvPr id="14" name="标题 13">
            <a:extLst>
              <a:ext uri="{FF2B5EF4-FFF2-40B4-BE49-F238E27FC236}">
                <a16:creationId xmlns:a16="http://schemas.microsoft.com/office/drawing/2014/main" id="{64A1D4AA-A48D-D777-0AD4-B6CC476AC0FE}"/>
              </a:ext>
            </a:extLst>
          </p:cNvPr>
          <p:cNvSpPr>
            <a:spLocks noGrp="1"/>
          </p:cNvSpPr>
          <p:nvPr>
            <p:ph type="title"/>
          </p:nvPr>
        </p:nvSpPr>
        <p:spPr/>
        <p:txBody>
          <a:bodyPr/>
          <a:lstStyle/>
          <a:p>
            <a:r>
              <a:rPr lang="zh-CN" altLang="en-US"/>
              <a:t>单击此处编辑母版标题样式</a:t>
            </a:r>
          </a:p>
        </p:txBody>
      </p:sp>
    </p:spTree>
    <p:extLst>
      <p:ext uri="{BB962C8B-B14F-4D97-AF65-F5344CB8AC3E}">
        <p14:creationId xmlns:p14="http://schemas.microsoft.com/office/powerpoint/2010/main" val="3030727779"/>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13.xml><?xml version="1.0" encoding="utf-8"?>
<p:sldLayout xmlns:a="http://schemas.openxmlformats.org/drawingml/2006/main" xmlns:r="http://schemas.openxmlformats.org/officeDocument/2006/relationships" xmlns:p="http://schemas.openxmlformats.org/presentationml/2006/main">
  <p:cSld name="2_标题幻灯片">
    <p:spTree>
      <p:nvGrpSpPr>
        <p:cNvPr id="1" name=""/>
        <p:cNvGrpSpPr/>
        <p:nvPr/>
      </p:nvGrpSpPr>
      <p:grpSpPr>
        <a:xfrm>
          <a:off x="0" y="0"/>
          <a:ext cx="0" cy="0"/>
          <a:chOff x="0" y="0"/>
          <a:chExt cx="0" cy="0"/>
        </a:xfrm>
      </p:grpSpPr>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a:t>单击此处编辑母版副标题样式</a:t>
            </a:r>
            <a:endParaRPr lang="en-US"/>
          </a:p>
        </p:txBody>
      </p:sp>
      <p:sp>
        <p:nvSpPr>
          <p:cNvPr id="14" name="标题 13">
            <a:extLst>
              <a:ext uri="{FF2B5EF4-FFF2-40B4-BE49-F238E27FC236}">
                <a16:creationId xmlns:a16="http://schemas.microsoft.com/office/drawing/2014/main" id="{64A1D4AA-A48D-D777-0AD4-B6CC476AC0FE}"/>
              </a:ext>
            </a:extLst>
          </p:cNvPr>
          <p:cNvSpPr>
            <a:spLocks noGrp="1"/>
          </p:cNvSpPr>
          <p:nvPr>
            <p:ph type="title"/>
          </p:nvPr>
        </p:nvSpPr>
        <p:spPr/>
        <p:txBody>
          <a:bodyPr/>
          <a:lstStyle/>
          <a:p>
            <a:r>
              <a:rPr lang="zh-CN" altLang="en-US"/>
              <a:t>单击此处编辑母版标题样式</a:t>
            </a:r>
          </a:p>
        </p:txBody>
      </p:sp>
    </p:spTree>
    <p:extLst>
      <p:ext uri="{BB962C8B-B14F-4D97-AF65-F5344CB8AC3E}">
        <p14:creationId xmlns:p14="http://schemas.microsoft.com/office/powerpoint/2010/main" val="1662639442"/>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14.xml><?xml version="1.0" encoding="utf-8"?>
<p:sldLayout xmlns:a="http://schemas.openxmlformats.org/drawingml/2006/main" xmlns:r="http://schemas.openxmlformats.org/officeDocument/2006/relationships" xmlns:p="http://schemas.openxmlformats.org/presentationml/2006/main" userDrawn="1">
  <p:cSld name="标题幻灯片">
    <p:spTree>
      <p:nvGrpSpPr>
        <p:cNvPr id="1" name=""/>
        <p:cNvGrpSpPr/>
        <p:nvPr/>
      </p:nvGrpSpPr>
      <p:grpSpPr>
        <a:xfrm>
          <a:off x="0" y="0"/>
          <a:ext cx="0" cy="0"/>
          <a:chOff x="0" y="0"/>
          <a:chExt cx="0" cy="0"/>
        </a:xfrm>
      </p:grpSpPr>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a:t>单击此处编辑母版副标题样式</a:t>
            </a:r>
            <a:endParaRPr lang="en-US"/>
          </a:p>
        </p:txBody>
      </p:sp>
      <p:sp>
        <p:nvSpPr>
          <p:cNvPr id="14" name="标题 13">
            <a:extLst>
              <a:ext uri="{FF2B5EF4-FFF2-40B4-BE49-F238E27FC236}">
                <a16:creationId xmlns:a16="http://schemas.microsoft.com/office/drawing/2014/main" id="{64A1D4AA-A48D-D777-0AD4-B6CC476AC0FE}"/>
              </a:ext>
            </a:extLst>
          </p:cNvPr>
          <p:cNvSpPr>
            <a:spLocks noGrp="1"/>
          </p:cNvSpPr>
          <p:nvPr>
            <p:ph type="title"/>
          </p:nvPr>
        </p:nvSpPr>
        <p:spPr/>
        <p:txBody>
          <a:bodyPr/>
          <a:lstStyle/>
          <a:p>
            <a:r>
              <a:rPr lang="zh-CN" altLang="en-US"/>
              <a:t>单击此处编辑母版标题样式</a:t>
            </a:r>
          </a:p>
        </p:txBody>
      </p:sp>
    </p:spTree>
    <p:extLst>
      <p:ext uri="{BB962C8B-B14F-4D97-AF65-F5344CB8AC3E}">
        <p14:creationId xmlns:p14="http://schemas.microsoft.com/office/powerpoint/2010/main" val="2670949983"/>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Masters/_rels/slideMaster1.xml.rels><?xml version="1.0" encoding="UTF-8"?><Relationships xmlns="http://schemas.openxmlformats.org/package/2006/relationships"><Relationship Id="rId8" Target="../slideLayouts/slideLayout8.xml" Type="http://schemas.openxmlformats.org/officeDocument/2006/relationships/slideLayout" /><Relationship Id="rId13" Target="../slideLayouts/slideLayout13.xml" Type="http://schemas.openxmlformats.org/officeDocument/2006/relationships/slideLayout" /><Relationship Id="rId18" Target="../media/hdphoto1.wdp" Type="http://schemas.microsoft.com/office/2007/relationships/hdphoto" /><Relationship Id="rId3" Target="../slideLayouts/slideLayout3.xml" Type="http://schemas.openxmlformats.org/officeDocument/2006/relationships/slideLayout" /><Relationship Id="rId7" Target="../slideLayouts/slideLayout7.xml" Type="http://schemas.openxmlformats.org/officeDocument/2006/relationships/slideLayout" /><Relationship Id="rId12" Target="../slideLayouts/slideLayout12.xml" Type="http://schemas.openxmlformats.org/officeDocument/2006/relationships/slideLayout" /><Relationship Id="rId17" Target="../media/image2.png" Type="http://schemas.openxmlformats.org/officeDocument/2006/relationships/image" /><Relationship Id="rId2" Target="../slideLayouts/slideLayout2.xml" Type="http://schemas.openxmlformats.org/officeDocument/2006/relationships/slideLayout" /><Relationship Id="rId16" Target="../media/image1.jpeg" Type="http://schemas.openxmlformats.org/officeDocument/2006/relationships/image" /><Relationship Id="rId1" Target="../slideLayouts/slideLayout1.xml" Type="http://schemas.openxmlformats.org/officeDocument/2006/relationships/slideLayout" /><Relationship Id="rId6" Target="../slideLayouts/slideLayout6.xml" Type="http://schemas.openxmlformats.org/officeDocument/2006/relationships/slideLayout" /><Relationship Id="rId11" Target="../slideLayouts/slideLayout11.xml" Type="http://schemas.openxmlformats.org/officeDocument/2006/relationships/slideLayout" /><Relationship Id="rId5" Target="../slideLayouts/slideLayout5.xml" Type="http://schemas.openxmlformats.org/officeDocument/2006/relationships/slideLayout" /><Relationship Id="rId15" Target="../theme/theme1.xml" Type="http://schemas.openxmlformats.org/officeDocument/2006/relationships/theme" /><Relationship Id="rId10" Target="../slideLayouts/slideLayout10.xml" Type="http://schemas.openxmlformats.org/officeDocument/2006/relationships/slideLayout" /><Relationship Id="rId19" Target="../media/image3.png" Type="http://schemas.openxmlformats.org/officeDocument/2006/relationships/image" /><Relationship Id="rId4" Target="../slideLayouts/slideLayout4.xml" Type="http://schemas.openxmlformats.org/officeDocument/2006/relationships/slideLayout" /><Relationship Id="rId9" Target="../slideLayouts/slideLayout9.xml" Type="http://schemas.openxmlformats.org/officeDocument/2006/relationships/slideLayout" /><Relationship Id="rId14" Target="../slideLayouts/slideLayout14.xml" Type="http://schemas.openxmlformats.org/officeDocument/2006/relationships/slideLayout" /></Relationships>
</file>

<file path=ppt/slideMasters/slideMaster1.xml><?xml version="1.0" encoding="utf-8"?>
<p:sldMaster xmlns:a="http://schemas.openxmlformats.org/drawingml/2006/main" xmlns:p="http://schemas.openxmlformats.org/presentationml/2006/main" xmlns:r="http://schemas.openxmlformats.org/officeDocument/2006/relationships">
  <p:cSld>
    <p:bg>
      <p:bgPr>
        <a:blipFill dpi="0" rotWithShape="1">
          <a:blip r:embed="rId16">
            <a:alphaModFix amt="20000"/>
            <a:lum/>
          </a:blip>
          <a:srcRect/>
          <a:stretch>
            <a:fillRect b="-17000" t="-17000"/>
          </a:stretch>
        </a:blipFill>
        <a:effectLst/>
      </p:bgPr>
    </p:bg>
    <p:spTree>
      <p:nvGrpSpPr>
        <p:cNvPr id="1" name=""/>
        <p:cNvGrpSpPr/>
        <p:nvPr/>
      </p:nvGrpSpPr>
      <p:grpSpPr>
        <a:xfrm>
          <a:off x="0" y="0"/>
          <a:ext cx="0" cy="0"/>
          <a:chOff x="0" y="0"/>
          <a:chExt cx="0" cy="0"/>
        </a:xfrm>
      </p:grpSpPr>
      <p:sp>
        <p:nvSpPr>
          <p:cNvPr id="2" name="标题占位符 1">
            <a:extLst>
              <a:ext uri="{FF2B5EF4-FFF2-40B4-BE49-F238E27FC236}">
                <a16:creationId xmlns:a16="http://schemas.microsoft.com/office/drawing/2014/main" id="{9714DF98-5C64-7150-9E37-0A26AD552C64}"/>
              </a:ext>
            </a:extLst>
          </p:cNvPr>
          <p:cNvSpPr>
            <a:spLocks noGrp="1"/>
          </p:cNvSpPr>
          <p:nvPr>
            <p:ph type="title"/>
          </p:nvPr>
        </p:nvSpPr>
        <p:spPr>
          <a:xfrm>
            <a:off x="838200" y="735519"/>
            <a:ext cx="10515600" cy="584775"/>
          </a:xfrm>
          <a:prstGeom prst="rect">
            <a:avLst/>
          </a:prstGeom>
          <a:noFill/>
        </p:spPr>
        <p:txBody>
          <a:bodyPr anchor="ctr" bIns="45720" lIns="91440" rIns="91440" rtlCol="0" tIns="45720" vert="horz" wrap="square">
            <a:spAutoFit/>
          </a:bodyPr>
          <a:lstStyle/>
          <a:p>
            <a:pPr lvl="0">
              <a:lnSpc>
                <a:spcPct val="100000"/>
              </a:lnSpc>
              <a:spcBef>
                <a:spcPts val="0"/>
              </a:spcBef>
            </a:pPr>
            <a:r>
              <a:rPr altLang="en-US" dirty="0" lang="zh-CN"/>
              <a:t>单击此处编辑母版标题样式</a:t>
            </a:r>
          </a:p>
        </p:txBody>
      </p:sp>
      <p:sp>
        <p:nvSpPr>
          <p:cNvPr id="3" name="文本占位符 2">
            <a:extLst>
              <a:ext uri="{FF2B5EF4-FFF2-40B4-BE49-F238E27FC236}">
                <a16:creationId xmlns:a16="http://schemas.microsoft.com/office/drawing/2014/main" id="{AF1ED77A-6F56-8189-29CB-B4EB20CA5FD3}"/>
              </a:ext>
            </a:extLst>
          </p:cNvPr>
          <p:cNvSpPr>
            <a:spLocks noGrp="1"/>
          </p:cNvSpPr>
          <p:nvPr>
            <p:ph idx="1" type="body"/>
          </p:nvPr>
        </p:nvSpPr>
        <p:spPr>
          <a:xfrm>
            <a:off x="838200" y="1825625"/>
            <a:ext cx="10515600" cy="4351338"/>
          </a:xfrm>
          <a:prstGeom prst="rect">
            <a:avLst/>
          </a:prstGeom>
        </p:spPr>
        <p:txBody>
          <a:bodyPr bIns="45720" lIns="91440" rIns="91440" rtlCol="0" tIns="45720" vert="horz">
            <a:normAutofit/>
          </a:bodyPr>
          <a:lstStyle/>
          <a:p>
            <a:pPr lvl="0"/>
            <a:r>
              <a:rPr altLang="en-US" dirty="0" lang="zh-CN"/>
              <a:t>单击此处编辑母版文本样式</a:t>
            </a:r>
          </a:p>
          <a:p>
            <a:pPr lvl="1"/>
            <a:r>
              <a:rPr altLang="en-US" dirty="0" lang="zh-CN"/>
              <a:t>二级</a:t>
            </a:r>
          </a:p>
          <a:p>
            <a:pPr lvl="2"/>
            <a:r>
              <a:rPr altLang="en-US" dirty="0" lang="zh-CN"/>
              <a:t>三级</a:t>
            </a:r>
          </a:p>
          <a:p>
            <a:pPr lvl="3"/>
            <a:r>
              <a:rPr altLang="en-US" dirty="0" lang="zh-CN"/>
              <a:t>四级</a:t>
            </a:r>
          </a:p>
          <a:p>
            <a:pPr lvl="4"/>
            <a:r>
              <a:rPr altLang="en-US" dirty="0" lang="zh-CN"/>
              <a:t>五级</a:t>
            </a:r>
          </a:p>
        </p:txBody>
      </p:sp>
      <p:pic>
        <p:nvPicPr>
          <p:cNvPr id="15" name="图片 14">
            <a:extLst>
              <a:ext uri="{FF2B5EF4-FFF2-40B4-BE49-F238E27FC236}">
                <a16:creationId xmlns:a16="http://schemas.microsoft.com/office/drawing/2014/main" id="{6CC9F776-5292-4839-0068-42EAAE8C7659}"/>
              </a:ext>
            </a:extLst>
          </p:cNvPr>
          <p:cNvPicPr>
            <a:picLocks noChangeAspect="1"/>
          </p:cNvPicPr>
          <p:nvPr/>
        </p:nvPicPr>
        <p:blipFill>
          <a:blip r:embed="rId17">
            <a:clrChange>
              <a:clrFrom>
                <a:srgbClr val="FFFFFF"/>
              </a:clrFrom>
              <a:clrTo>
                <a:srgbClr val="FFFFFF">
                  <a:alpha val="0"/>
                </a:srgbClr>
              </a:clrTo>
            </a:clrChange>
            <a:extLst>
              <a:ext uri="{BEBA8EAE-BF5A-486C-A8C5-ECC9F3942E4B}">
                <a14:imgProps xmlns:a14="http://schemas.microsoft.com/office/drawing/2010/main">
                  <a14:imgLayer r:embed="rId18">
                    <a14:imgEffect>
                      <a14:sharpenSoften amount="50000"/>
                    </a14:imgEffect>
                  </a14:imgLayer>
                </a14:imgProps>
              </a:ext>
            </a:extLst>
          </a:blip>
          <a:stretch>
            <a:fillRect/>
          </a:stretch>
        </p:blipFill>
        <p:spPr>
          <a:xfrm>
            <a:off x="9555894" y="6281738"/>
            <a:ext cx="2255106" cy="482845"/>
          </a:xfrm>
          <a:prstGeom prst="rect">
            <a:avLst/>
          </a:prstGeom>
        </p:spPr>
      </p:pic>
      <p:sp>
        <p:nvSpPr>
          <p:cNvPr id="16" name="文本框 15">
            <a:extLst>
              <a:ext uri="{FF2B5EF4-FFF2-40B4-BE49-F238E27FC236}">
                <a16:creationId xmlns:a16="http://schemas.microsoft.com/office/drawing/2014/main" id="{10252A6B-D22C-1FFF-7CD7-2797A3B06E02}"/>
              </a:ext>
            </a:extLst>
          </p:cNvPr>
          <p:cNvSpPr txBox="1"/>
          <p:nvPr userDrawn="1"/>
        </p:nvSpPr>
        <p:spPr>
          <a:xfrm>
            <a:off x="266700" y="6358381"/>
            <a:ext cx="7391400" cy="369332"/>
          </a:xfrm>
          <a:prstGeom prst="rect">
            <a:avLst/>
          </a:prstGeom>
          <a:noFill/>
        </p:spPr>
        <p:txBody>
          <a:bodyPr wrap="square">
            <a:spAutoFit/>
          </a:bodyPr>
          <a:lstStyle/>
          <a:p>
            <a:r>
              <a:rPr altLang="zh-CN" b="1" dirty="0" lang="en-US" sz="1800">
                <a:solidFill>
                  <a:schemeClr val="accent1">
                    <a:lumMod val="50000"/>
                  </a:schemeClr>
                </a:solidFill>
                <a:latin typeface="+mn-ea"/>
                <a:ea typeface="+mn-ea"/>
              </a:rPr>
              <a:t>Spark</a:t>
            </a:r>
            <a:r>
              <a:rPr altLang="en-US" b="1" dirty="0" lang="zh-CN" sz="1800">
                <a:solidFill>
                  <a:schemeClr val="accent1">
                    <a:lumMod val="50000"/>
                  </a:schemeClr>
                </a:solidFill>
                <a:latin typeface="+mn-ea"/>
                <a:ea typeface="+mn-ea"/>
              </a:rPr>
              <a:t>大数据处理与分析</a:t>
            </a:r>
            <a:endParaRPr altLang="zh-CN" b="1" dirty="0" lang="en-US" sz="1800">
              <a:solidFill>
                <a:schemeClr val="accent1">
                  <a:lumMod val="50000"/>
                </a:schemeClr>
              </a:solidFill>
              <a:latin typeface="+mn-ea"/>
              <a:ea typeface="+mn-ea"/>
            </a:endParaRPr>
          </a:p>
        </p:txBody>
      </p:sp>
      <p:sp>
        <p:nvSpPr>
          <p:cNvPr id="17" name="矩形 16">
            <a:extLst>
              <a:ext uri="{FF2B5EF4-FFF2-40B4-BE49-F238E27FC236}">
                <a16:creationId xmlns:a16="http://schemas.microsoft.com/office/drawing/2014/main" id="{697A2A7D-0836-8064-84AF-C5C04388AF55}"/>
              </a:ext>
            </a:extLst>
          </p:cNvPr>
          <p:cNvSpPr/>
          <p:nvPr/>
        </p:nvSpPr>
        <p:spPr>
          <a:xfrm>
            <a:off x="0" y="6176963"/>
            <a:ext cx="12192000" cy="45719"/>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anchor="ctr" rtlCol="0"/>
          <a:lstStyle/>
          <a:p>
            <a:pPr algn="ctr"/>
            <a:endParaRPr altLang="en-US" lang="zh-CN"/>
          </a:p>
        </p:txBody>
      </p:sp>
      <p:sp>
        <p:nvSpPr>
          <p:cNvPr id="20" name="灯片编号占位符 19">
            <a:extLst>
              <a:ext uri="{FF2B5EF4-FFF2-40B4-BE49-F238E27FC236}">
                <a16:creationId xmlns:a16="http://schemas.microsoft.com/office/drawing/2014/main" id="{4E42EA9E-7BFF-27BB-8638-431F7EB183E5}"/>
              </a:ext>
            </a:extLst>
          </p:cNvPr>
          <p:cNvSpPr>
            <a:spLocks noGrp="1"/>
          </p:cNvSpPr>
          <p:nvPr>
            <p:ph idx="4" sz="quarter" type="sldNum"/>
          </p:nvPr>
        </p:nvSpPr>
        <p:spPr>
          <a:xfrm>
            <a:off x="8610600" y="6356350"/>
            <a:ext cx="2743200" cy="365125"/>
          </a:xfrm>
          <a:prstGeom prst="rect">
            <a:avLst/>
          </a:prstGeom>
        </p:spPr>
        <p:txBody>
          <a:bodyPr anchor="ctr" bIns="45720" lIns="91440" rIns="91440" rtlCol="0" tIns="45720" vert="horz"/>
          <a:lstStyle>
            <a:lvl1pPr algn="r">
              <a:defRPr sz="1200">
                <a:solidFill>
                  <a:schemeClr val="tx1">
                    <a:tint val="75000"/>
                  </a:schemeClr>
                </a:solidFill>
              </a:defRPr>
            </a:lvl1pPr>
          </a:lstStyle>
          <a:p>
            <a:fld id="{77B631E4-8720-4193-BD91-A57797451EA0}" type="slidenum">
              <a:rPr altLang="en-US" lang="zh-CN" smtClean="0"/>
              <a:t>‹#›</a:t>
            </a:fld>
            <a:endParaRPr altLang="en-US" lang="zh-CN"/>
          </a:p>
        </p:txBody>
      </p:sp>
      <p:sp>
        <p:nvSpPr>
          <p:cNvPr id="23" name="矩形 22">
            <a:extLst>
              <a:ext uri="{FF2B5EF4-FFF2-40B4-BE49-F238E27FC236}">
                <a16:creationId xmlns:a16="http://schemas.microsoft.com/office/drawing/2014/main" id="{BD03D8B6-2E6F-DE3D-066C-D416D1C45132}"/>
              </a:ext>
            </a:extLst>
          </p:cNvPr>
          <p:cNvSpPr/>
          <p:nvPr/>
        </p:nvSpPr>
        <p:spPr>
          <a:xfrm>
            <a:off x="0" y="6176963"/>
            <a:ext cx="12192000" cy="45719"/>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anchor="ctr" rtlCol="0"/>
          <a:lstStyle/>
          <a:p>
            <a:pPr algn="ctr"/>
            <a:endParaRPr altLang="en-US" lang="zh-CN"/>
          </a:p>
        </p:txBody>
      </p:sp>
      <p:pic>
        <p:nvPicPr>
          <p:cNvPr id="4" name="图片 3">
            <a:extLst>
              <a:ext uri="{FF2B5EF4-FFF2-40B4-BE49-F238E27FC236}">
                <a16:creationId xmlns:a16="http://schemas.microsoft.com/office/drawing/2014/main" id="{33160EEE-490B-5030-FED2-0EC36FD18C3B}"/>
              </a:ext>
            </a:extLst>
          </p:cNvPr>
          <p:cNvPicPr>
            <a:picLocks noChangeAspect="1"/>
          </p:cNvPicPr>
          <p:nvPr/>
        </p:nvPicPr>
        <p:blipFill>
          <a:blip r:embed="rId19">
            <a:clrChange>
              <a:clrFrom>
                <a:srgbClr val="FFFFFF"/>
              </a:clrFrom>
              <a:clrTo>
                <a:srgbClr val="FFFFFF">
                  <a:alpha val="0"/>
                </a:srgbClr>
              </a:clrTo>
            </a:clrChange>
            <a:extLst>
              <a:ext uri="{BEBA8EAE-BF5A-486C-A8C5-ECC9F3942E4B}">
                <a14:imgProps xmlns:a14="http://schemas.microsoft.com/office/drawing/2010/main">
                  <a14:imgLayer r:embed="rId18">
                    <a14:imgEffect>
                      <a14:sharpenSoften amount="50000"/>
                    </a14:imgEffect>
                    <a14:imgEffect>
                      <a14:brightnessContrast contrast="40000"/>
                    </a14:imgEffect>
                  </a14:imgLayer>
                </a14:imgProps>
              </a:ext>
            </a:extLst>
          </a:blip>
          <a:stretch>
            <a:fillRect/>
          </a:stretch>
        </p:blipFill>
        <p:spPr>
          <a:xfrm>
            <a:off x="9555894" y="6281738"/>
            <a:ext cx="2255106" cy="482845"/>
          </a:xfrm>
          <a:prstGeom prst="rect">
            <a:avLst/>
          </a:prstGeom>
        </p:spPr>
      </p:pic>
      <p:sp>
        <p:nvSpPr>
          <p:cNvPr id="6" name="矩形 5">
            <a:extLst>
              <a:ext uri="{FF2B5EF4-FFF2-40B4-BE49-F238E27FC236}">
                <a16:creationId xmlns:a16="http://schemas.microsoft.com/office/drawing/2014/main" id="{6641C8EA-C930-33E7-0AF8-E3DC8FB99AE6}"/>
              </a:ext>
            </a:extLst>
          </p:cNvPr>
          <p:cNvSpPr/>
          <p:nvPr/>
        </p:nvSpPr>
        <p:spPr>
          <a:xfrm>
            <a:off x="0" y="6176963"/>
            <a:ext cx="12192000" cy="45719"/>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anchor="ctr" rtlCol="0"/>
          <a:lstStyle/>
          <a:p>
            <a:pPr algn="ctr"/>
            <a:endParaRPr altLang="en-US" lang="zh-CN"/>
          </a:p>
        </p:txBody>
      </p:sp>
      <p:sp>
        <p:nvSpPr>
          <p:cNvPr id="7" name="矩形 6">
            <a:extLst>
              <a:ext uri="{FF2B5EF4-FFF2-40B4-BE49-F238E27FC236}">
                <a16:creationId xmlns:a16="http://schemas.microsoft.com/office/drawing/2014/main" id="{96B5E3EF-301A-2167-0ED5-3367AB2AEFAA}"/>
              </a:ext>
            </a:extLst>
          </p:cNvPr>
          <p:cNvSpPr/>
          <p:nvPr/>
        </p:nvSpPr>
        <p:spPr>
          <a:xfrm>
            <a:off x="0" y="6176963"/>
            <a:ext cx="12192000" cy="45719"/>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anchor="ctr" rtlCol="0"/>
          <a:lstStyle/>
          <a:p>
            <a:pPr algn="ctr"/>
            <a:endParaRPr altLang="en-US" lang="zh-CN"/>
          </a:p>
        </p:txBody>
      </p:sp>
      <p:sp>
        <p:nvSpPr>
          <p:cNvPr id="9" name="矩形 8">
            <a:extLst>
              <a:ext uri="{FF2B5EF4-FFF2-40B4-BE49-F238E27FC236}">
                <a16:creationId xmlns:a16="http://schemas.microsoft.com/office/drawing/2014/main" id="{E6FC059A-07D8-B100-64B1-92B15B46D551}"/>
              </a:ext>
            </a:extLst>
          </p:cNvPr>
          <p:cNvSpPr/>
          <p:nvPr/>
        </p:nvSpPr>
        <p:spPr>
          <a:xfrm>
            <a:off x="0" y="6176963"/>
            <a:ext cx="12192000" cy="45719"/>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anchor="ctr" rtlCol="0"/>
          <a:lstStyle/>
          <a:p>
            <a:pPr algn="ctr"/>
            <a:endParaRPr altLang="en-US" lang="zh-CN"/>
          </a:p>
        </p:txBody>
      </p:sp>
      <p:sp>
        <p:nvSpPr>
          <p:cNvPr id="10" name="矩形 9">
            <a:extLst>
              <a:ext uri="{FF2B5EF4-FFF2-40B4-BE49-F238E27FC236}">
                <a16:creationId xmlns:a16="http://schemas.microsoft.com/office/drawing/2014/main" id="{43C829FA-2334-6AE9-EB03-26596912CE91}"/>
              </a:ext>
            </a:extLst>
          </p:cNvPr>
          <p:cNvSpPr/>
          <p:nvPr userDrawn="1"/>
        </p:nvSpPr>
        <p:spPr>
          <a:xfrm>
            <a:off x="0" y="6176963"/>
            <a:ext cx="12192000" cy="45719"/>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anchor="ctr" rtlCol="0"/>
          <a:lstStyle/>
          <a:p>
            <a:pPr algn="ctr"/>
            <a:endParaRPr altLang="en-US" lang="zh-CN"/>
          </a:p>
        </p:txBody>
      </p:sp>
    </p:spTree>
    <p:extLst>
      <p:ext uri="{BB962C8B-B14F-4D97-AF65-F5344CB8AC3E}">
        <p14:creationId xmlns:p14="http://schemas.microsoft.com/office/powerpoint/2010/main" val="1968827069"/>
      </p:ext>
    </p:extLst>
  </p:cSld>
  <p:clrMap accent1="accent1" accent2="accent2" accent3="accent3" accent4="accent4" accent5="accent5" accent6="accent6" bg1="lt1" bg2="lt2" folHlink="folHlink" hlink="hlink" tx1="dk1" tx2="dk2"/>
  <p:sldLayoutIdLst>
    <p:sldLayoutId id="2147483675" r:id="rId1"/>
    <p:sldLayoutId id="2147483676" r:id="rId2"/>
    <p:sldLayoutId id="2147483677" r:id="rId3"/>
    <p:sldLayoutId id="2147483678" r:id="rId4"/>
    <p:sldLayoutId id="2147483679" r:id="rId5"/>
    <p:sldLayoutId id="2147483680" r:id="rId6"/>
    <p:sldLayoutId id="2147483681" r:id="rId7"/>
    <p:sldLayoutId id="2147483682" r:id="rId8"/>
    <p:sldLayoutId id="2147483683" r:id="rId9"/>
    <p:sldLayoutId id="2147483684" r:id="rId10"/>
    <p:sldLayoutId id="2147483685" r:id="rId11"/>
    <p:sldLayoutId id="2147483686" r:id="rId12"/>
    <p:sldLayoutId id="2147483687" r:id="rId13"/>
    <p:sldLayoutId id="2147483673" r:id="rId14"/>
  </p:sldLayoutIdLst>
  <p:txStyles>
    <p:titleStyle>
      <a:lvl1pPr algn="l" defTabSz="914400" eaLnBrk="1" hangingPunct="1" latinLnBrk="0" rtl="0">
        <a:lnSpc>
          <a:spcPct val="90000"/>
        </a:lnSpc>
        <a:spcBef>
          <a:spcPct val="0"/>
        </a:spcBef>
        <a:buNone/>
        <a:defRPr altLang="en-US" b="1" kern="1200" lang="zh-CN" sz="3200">
          <a:solidFill>
            <a:schemeClr val="tx1">
              <a:lumMod val="85000"/>
              <a:lumOff val="15000"/>
            </a:schemeClr>
          </a:solidFill>
          <a:effectLst>
            <a:reflection algn="bl" blurRad="6350" dir="5400000" dist="25400" endPos="27000" rotWithShape="0" stA="30000" sy="-100000"/>
          </a:effectLst>
          <a:latin typeface="+mn-lt"/>
          <a:ea typeface="+mn-ea"/>
          <a:cs typeface="+mn-ea"/>
        </a:defRPr>
      </a:lvl1pPr>
    </p:titleStyle>
    <p:bodyStyle>
      <a:lvl1pPr algn="l" defTabSz="914400" eaLnBrk="1" hangingPunct="1" indent="-228600" latinLnBrk="0" marL="228600" rtl="0">
        <a:lnSpc>
          <a:spcPct val="114000"/>
        </a:lnSpc>
        <a:spcBef>
          <a:spcPts val="1000"/>
        </a:spcBef>
        <a:buFont charset="0" panose="020B0604020202020204" pitchFamily="34" typeface="Arial"/>
        <a:buChar char="•"/>
        <a:defRPr kern="1200" sz="2800">
          <a:solidFill>
            <a:schemeClr val="tx1"/>
          </a:solidFill>
          <a:latin typeface="+mn-lt"/>
          <a:ea typeface="+mn-ea"/>
          <a:cs typeface="+mn-cs"/>
        </a:defRPr>
      </a:lvl1pPr>
      <a:lvl2pPr algn="l" defTabSz="914400" eaLnBrk="1" hangingPunct="1" indent="-228600" latinLnBrk="0" marL="685800" rtl="0">
        <a:lnSpc>
          <a:spcPct val="114000"/>
        </a:lnSpc>
        <a:spcBef>
          <a:spcPts val="500"/>
        </a:spcBef>
        <a:buFont charset="0" panose="020B0604020202020204" pitchFamily="34" typeface="Arial"/>
        <a:buChar char="•"/>
        <a:defRPr kern="1200" sz="2400">
          <a:solidFill>
            <a:schemeClr val="tx1"/>
          </a:solidFill>
          <a:latin typeface="+mn-lt"/>
          <a:ea typeface="+mn-ea"/>
          <a:cs typeface="+mn-cs"/>
        </a:defRPr>
      </a:lvl2pPr>
      <a:lvl3pPr algn="l" defTabSz="914400" eaLnBrk="1" hangingPunct="1" indent="-228600" latinLnBrk="0" marL="1143000" rtl="0">
        <a:lnSpc>
          <a:spcPct val="114000"/>
        </a:lnSpc>
        <a:spcBef>
          <a:spcPts val="500"/>
        </a:spcBef>
        <a:buFont charset="0" panose="020B0604020202020204" pitchFamily="34" typeface="Arial"/>
        <a:buChar char="•"/>
        <a:defRPr kern="1200" sz="2000">
          <a:solidFill>
            <a:schemeClr val="tx1"/>
          </a:solidFill>
          <a:latin typeface="+mn-lt"/>
          <a:ea typeface="+mn-ea"/>
          <a:cs typeface="+mn-cs"/>
        </a:defRPr>
      </a:lvl3pPr>
      <a:lvl4pPr algn="l" defTabSz="914400" eaLnBrk="1" hangingPunct="1" indent="-228600" latinLnBrk="0" marL="1600200" rtl="0">
        <a:lnSpc>
          <a:spcPct val="114000"/>
        </a:lnSpc>
        <a:spcBef>
          <a:spcPts val="500"/>
        </a:spcBef>
        <a:buFont charset="0" panose="020B0604020202020204" pitchFamily="34" typeface="Arial"/>
        <a:buChar char="•"/>
        <a:defRPr kern="1200" sz="2000">
          <a:solidFill>
            <a:schemeClr val="tx1"/>
          </a:solidFill>
          <a:latin typeface="+mn-lt"/>
          <a:ea typeface="+mn-ea"/>
          <a:cs typeface="+mn-cs"/>
        </a:defRPr>
      </a:lvl4pPr>
      <a:lvl5pPr algn="l" defTabSz="914400" eaLnBrk="1" hangingPunct="1" indent="-228600" latinLnBrk="0" marL="2057400" rtl="0">
        <a:lnSpc>
          <a:spcPct val="114000"/>
        </a:lnSpc>
        <a:spcBef>
          <a:spcPts val="500"/>
        </a:spcBef>
        <a:buFont charset="0" panose="020B0604020202020204" pitchFamily="34" typeface="Arial"/>
        <a:buChar char="•"/>
        <a:defRPr kern="1200" sz="2000">
          <a:solidFill>
            <a:schemeClr val="tx1"/>
          </a:solidFill>
          <a:latin typeface="+mn-lt"/>
          <a:ea typeface="+mn-ea"/>
          <a:cs typeface="+mn-cs"/>
        </a:defRPr>
      </a:lvl5pPr>
      <a:lvl6pPr algn="l" defTabSz="914400" eaLnBrk="1" hangingPunct="1" indent="-228600" latinLnBrk="0" marL="2514600" rtl="0">
        <a:lnSpc>
          <a:spcPct val="90000"/>
        </a:lnSpc>
        <a:spcBef>
          <a:spcPts val="500"/>
        </a:spcBef>
        <a:buFont charset="0" panose="020B0604020202020204" pitchFamily="34" typeface="Arial"/>
        <a:buChar char="•"/>
        <a:defRPr kern="1200" sz="1800">
          <a:solidFill>
            <a:schemeClr val="tx1"/>
          </a:solidFill>
          <a:latin typeface="+mn-lt"/>
          <a:ea typeface="+mn-ea"/>
          <a:cs typeface="+mn-cs"/>
        </a:defRPr>
      </a:lvl6pPr>
      <a:lvl7pPr algn="l" defTabSz="914400" eaLnBrk="1" hangingPunct="1" indent="-228600" latinLnBrk="0" marL="2971800" rtl="0">
        <a:lnSpc>
          <a:spcPct val="90000"/>
        </a:lnSpc>
        <a:spcBef>
          <a:spcPts val="500"/>
        </a:spcBef>
        <a:buFont charset="0" panose="020B0604020202020204" pitchFamily="34" typeface="Arial"/>
        <a:buChar char="•"/>
        <a:defRPr kern="1200" sz="1800">
          <a:solidFill>
            <a:schemeClr val="tx1"/>
          </a:solidFill>
          <a:latin typeface="+mn-lt"/>
          <a:ea typeface="+mn-ea"/>
          <a:cs typeface="+mn-cs"/>
        </a:defRPr>
      </a:lvl7pPr>
      <a:lvl8pPr algn="l" defTabSz="914400" eaLnBrk="1" hangingPunct="1" indent="-228600" latinLnBrk="0" marL="3429000" rtl="0">
        <a:lnSpc>
          <a:spcPct val="90000"/>
        </a:lnSpc>
        <a:spcBef>
          <a:spcPts val="500"/>
        </a:spcBef>
        <a:buFont charset="0" panose="020B0604020202020204" pitchFamily="34" typeface="Arial"/>
        <a:buChar char="•"/>
        <a:defRPr kern="1200" sz="1800">
          <a:solidFill>
            <a:schemeClr val="tx1"/>
          </a:solidFill>
          <a:latin typeface="+mn-lt"/>
          <a:ea typeface="+mn-ea"/>
          <a:cs typeface="+mn-cs"/>
        </a:defRPr>
      </a:lvl8pPr>
      <a:lvl9pPr algn="l" defTabSz="914400" eaLnBrk="1" hangingPunct="1" indent="-228600" latinLnBrk="0" marL="3886200" rtl="0">
        <a:lnSpc>
          <a:spcPct val="90000"/>
        </a:lnSpc>
        <a:spcBef>
          <a:spcPts val="500"/>
        </a:spcBef>
        <a:buFont charset="0" panose="020B0604020202020204" pitchFamily="34" typeface="Arial"/>
        <a:buChar char="•"/>
        <a:defRPr kern="1200" sz="1800">
          <a:solidFill>
            <a:schemeClr val="tx1"/>
          </a:solidFill>
          <a:latin typeface="+mn-lt"/>
          <a:ea typeface="+mn-ea"/>
          <a:cs typeface="+mn-cs"/>
        </a:defRPr>
      </a:lvl9pPr>
    </p:bodyStyle>
    <p:otherStyle>
      <a:defPPr>
        <a:defRPr lang="zh-CN"/>
      </a:defPPr>
      <a:lvl1pPr algn="l" defTabSz="914400" eaLnBrk="1" hangingPunct="1" latinLnBrk="0" marL="0" rtl="0">
        <a:defRPr kern="1200" sz="1800">
          <a:solidFill>
            <a:schemeClr val="tx1"/>
          </a:solidFill>
          <a:latin typeface="+mn-lt"/>
          <a:ea typeface="+mn-ea"/>
          <a:cs typeface="+mn-cs"/>
        </a:defRPr>
      </a:lvl1pPr>
      <a:lvl2pPr algn="l" defTabSz="914400" eaLnBrk="1" hangingPunct="1" latinLnBrk="0" marL="457200" rtl="0">
        <a:defRPr kern="1200" sz="1800">
          <a:solidFill>
            <a:schemeClr val="tx1"/>
          </a:solidFill>
          <a:latin typeface="+mn-lt"/>
          <a:ea typeface="+mn-ea"/>
          <a:cs typeface="+mn-cs"/>
        </a:defRPr>
      </a:lvl2pPr>
      <a:lvl3pPr algn="l" defTabSz="914400" eaLnBrk="1" hangingPunct="1" latinLnBrk="0" marL="914400" rtl="0">
        <a:defRPr kern="1200" sz="1800">
          <a:solidFill>
            <a:schemeClr val="tx1"/>
          </a:solidFill>
          <a:latin typeface="+mn-lt"/>
          <a:ea typeface="+mn-ea"/>
          <a:cs typeface="+mn-cs"/>
        </a:defRPr>
      </a:lvl3pPr>
      <a:lvl4pPr algn="l" defTabSz="914400" eaLnBrk="1" hangingPunct="1" latinLnBrk="0" marL="1371600" rtl="0">
        <a:defRPr kern="1200" sz="1800">
          <a:solidFill>
            <a:schemeClr val="tx1"/>
          </a:solidFill>
          <a:latin typeface="+mn-lt"/>
          <a:ea typeface="+mn-ea"/>
          <a:cs typeface="+mn-cs"/>
        </a:defRPr>
      </a:lvl4pPr>
      <a:lvl5pPr algn="l" defTabSz="914400" eaLnBrk="1" hangingPunct="1" latinLnBrk="0" marL="1828800" rtl="0">
        <a:defRPr kern="1200" sz="1800">
          <a:solidFill>
            <a:schemeClr val="tx1"/>
          </a:solidFill>
          <a:latin typeface="+mn-lt"/>
          <a:ea typeface="+mn-ea"/>
          <a:cs typeface="+mn-cs"/>
        </a:defRPr>
      </a:lvl5pPr>
      <a:lvl6pPr algn="l" defTabSz="914400" eaLnBrk="1" hangingPunct="1" latinLnBrk="0" marL="2286000" rtl="0">
        <a:defRPr kern="1200" sz="1800">
          <a:solidFill>
            <a:schemeClr val="tx1"/>
          </a:solidFill>
          <a:latin typeface="+mn-lt"/>
          <a:ea typeface="+mn-ea"/>
          <a:cs typeface="+mn-cs"/>
        </a:defRPr>
      </a:lvl6pPr>
      <a:lvl7pPr algn="l" defTabSz="914400" eaLnBrk="1" hangingPunct="1" latinLnBrk="0" marL="2743200" rtl="0">
        <a:defRPr kern="1200" sz="1800">
          <a:solidFill>
            <a:schemeClr val="tx1"/>
          </a:solidFill>
          <a:latin typeface="+mn-lt"/>
          <a:ea typeface="+mn-ea"/>
          <a:cs typeface="+mn-cs"/>
        </a:defRPr>
      </a:lvl7pPr>
      <a:lvl8pPr algn="l" defTabSz="914400" eaLnBrk="1" hangingPunct="1" latinLnBrk="0" marL="3200400" rtl="0">
        <a:defRPr kern="1200" sz="1800">
          <a:solidFill>
            <a:schemeClr val="tx1"/>
          </a:solidFill>
          <a:latin typeface="+mn-lt"/>
          <a:ea typeface="+mn-ea"/>
          <a:cs typeface="+mn-cs"/>
        </a:defRPr>
      </a:lvl8pPr>
      <a:lvl9pPr algn="l" defTabSz="914400" eaLnBrk="1" hangingPunct="1" latinLnBrk="0" marL="3657600" rtl="0">
        <a:defRPr kern="1200" sz="1800">
          <a:solidFill>
            <a:schemeClr val="tx1"/>
          </a:solidFill>
          <a:latin typeface="+mn-lt"/>
          <a:ea typeface="+mn-ea"/>
          <a:cs typeface="+mn-cs"/>
        </a:defRPr>
      </a:lvl9pPr>
    </p:otherStyle>
  </p:txStyles>
  <p:extLst>
    <p:ext uri="{27BBF7A9-308A-43DC-89C8-2F10F3537804}">
      <p15:sldGuideLst xmlns:p15="http://schemas.microsoft.com/office/powerpoint/2012/main">
        <p15:guide id="5" orient="horz" pos="2160" userDrawn="1">
          <p15:clr>
            <a:srgbClr val="F26B43"/>
          </p15:clr>
        </p15:guide>
        <p15:guide id="6" pos="3840" userDrawn="1">
          <p15:clr>
            <a:srgbClr val="F26B43"/>
          </p15:clr>
        </p15:guide>
      </p15:sldGuideLst>
    </p:ext>
  </p:extLst>
</p:sldMaster>
</file>

<file path=ppt/slides/_rels/slide1.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1.xml" /></Relationships>
</file>

<file path=ppt/slides/_rels/slide2.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2.xml" /></Relationships>
</file>

<file path=ppt/slides/_rels/slide3.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3.xml" /></Relationships>
</file>

<file path=ppt/slides/_rels/slide4.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4.xml" /></Relationships>
</file>

<file path=ppt/slides/_rels/slide5.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5.xml" /></Relationships>
</file>

<file path=ppt/slides/_rels/slide6.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6.xml" /></Relationships>
</file>

<file path=ppt/slides/_rels/slide7.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7.xml" /></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C4406B4F-424B-B307-C3E1-7BA847CEACE2}"/>
              </a:ext>
            </a:extLst>
          </p:cNvPr>
          <p:cNvSpPr>
            <a:spLocks noGrp="1"/>
          </p:cNvSpPr>
          <p:nvPr>
            <p:ph type="title"/>
          </p:nvPr>
        </p:nvSpPr>
        <p:spPr/>
        <p:txBody>
          <a:bodyPr/>
          <a:lstStyle/>
          <a:p>
            <a:pPr lvl="0" indent="0" marL="0">
              <a:buNone/>
            </a:pPr>
            <a:r>
              <a:rPr/>
              <a:t>8.5 局部敏感哈希</a:t>
            </a:r>
          </a:p>
        </p:txBody>
      </p:sp>
      <p:sp>
        <p:nvSpPr>
          <p:cNvPr id="3" name="内容占位符 2">
            <a:extLst>
              <a:ext uri="{FF2B5EF4-FFF2-40B4-BE49-F238E27FC236}">
                <a16:creationId xmlns:a16="http://schemas.microsoft.com/office/drawing/2014/main" id="{B8627936-7FCB-D70F-0816-80204DB4FD19}"/>
              </a:ext>
            </a:extLst>
          </p:cNvPr>
          <p:cNvSpPr>
            <a:spLocks noGrp="1"/>
          </p:cNvSpPr>
          <p:nvPr>
            <p:ph idx="1"/>
          </p:nvPr>
        </p:nvSpPr>
        <p:spPr/>
        <p:txBody>
          <a:bodyPr/>
          <a:lstStyle/>
          <a:p>
            <a:pPr lvl="0"/>
            <a:r>
              <a:rPr/>
              <a:t>局部敏感哈希的总体思路是使用一个家族的函数将数据点哈希到桶中</a:t>
            </a:r>
          </a:p>
          <a:p>
            <a:pPr lvl="0"/>
            <a:r>
              <a:rPr/>
              <a:t>M是一个集合和d是M上的距离函数</a:t>
            </a:r>
          </a:p>
          <a:p>
            <a:pPr lvl="0"/>
            <a:r>
              <a:rPr/>
              <a:t>公式 8‑19</a:t>
            </a:r>
          </a:p>
          <a:p>
            <a:pPr lvl="0"/>
            <a:r>
              <a:rPr/>
              <a:t>满足这组条件的哈希族称为 (r 下标 1, r 下标 2, p 下标</a:t>
            </a:r>
          </a:p>
        </p:txBody>
      </p:sp>
    </p:spTree>
  </p:cSld>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C4406B4F-424B-B307-C3E1-7BA847CEACE2}"/>
              </a:ext>
            </a:extLst>
          </p:cNvPr>
          <p:cNvSpPr>
            <a:spLocks noGrp="1"/>
          </p:cNvSpPr>
          <p:nvPr>
            <p:ph type="title"/>
          </p:nvPr>
        </p:nvSpPr>
        <p:spPr/>
        <p:txBody>
          <a:bodyPr/>
          <a:lstStyle/>
          <a:p>
            <a:pPr lvl="0" indent="0" marL="0">
              <a:buNone/>
            </a:pPr>
            <a:r>
              <a:rPr/>
              <a:t>8.5 局部敏感哈希（1/2）</a:t>
            </a:r>
          </a:p>
        </p:txBody>
      </p:sp>
      <p:sp>
        <p:nvSpPr>
          <p:cNvPr id="3" name="内容占位符 2">
            <a:extLst>
              <a:ext uri="{FF2B5EF4-FFF2-40B4-BE49-F238E27FC236}">
                <a16:creationId xmlns:a16="http://schemas.microsoft.com/office/drawing/2014/main" id="{B8627936-7FCB-D70F-0816-80204DB4FD19}"/>
              </a:ext>
            </a:extLst>
          </p:cNvPr>
          <p:cNvSpPr>
            <a:spLocks noGrp="1"/>
          </p:cNvSpPr>
          <p:nvPr>
            <p:ph idx="1"/>
          </p:nvPr>
        </p:nvSpPr>
        <p:spPr/>
        <p:txBody>
          <a:bodyPr/>
          <a:lstStyle/>
          <a:p>
            <a:pPr lvl="0"/>
            <a:r>
              <a:rPr/>
              <a:t>局部敏感哈希的总体思路是使用一个家族的函数将数据点哈希到桶中</a:t>
            </a:r>
          </a:p>
          <a:p>
            <a:pPr lvl="0"/>
            <a:r>
              <a:rPr/>
              <a:t>M是一个集合和d是M上的距离函数</a:t>
            </a:r>
          </a:p>
          <a:p>
            <a:pPr lvl="0"/>
            <a:r>
              <a:rPr/>
              <a:t>公式 8‑19</a:t>
            </a:r>
          </a:p>
          <a:p>
            <a:pPr lvl="0"/>
            <a:r>
              <a:rPr/>
              <a:t>满足这组条件的哈希族称为 (r 下标 1, r 下标 2, p 下标</a:t>
            </a:r>
          </a:p>
        </p:txBody>
      </p:sp>
    </p:spTree>
  </p:cSld>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C4406B4F-424B-B307-C3E1-7BA847CEACE2}"/>
              </a:ext>
            </a:extLst>
          </p:cNvPr>
          <p:cNvSpPr>
            <a:spLocks noGrp="1"/>
          </p:cNvSpPr>
          <p:nvPr>
            <p:ph type="title"/>
          </p:nvPr>
        </p:nvSpPr>
        <p:spPr/>
        <p:txBody>
          <a:bodyPr/>
          <a:lstStyle/>
          <a:p>
            <a:pPr lvl="0" indent="0" marL="0">
              <a:buNone/>
            </a:pPr>
            <a:r>
              <a:rPr/>
              <a:t>8.5 局部敏感哈希（2/2）</a:t>
            </a:r>
          </a:p>
        </p:txBody>
      </p:sp>
      <p:sp>
        <p:nvSpPr>
          <p:cNvPr id="3" name="内容占位符 2">
            <a:extLst>
              <a:ext uri="{FF2B5EF4-FFF2-40B4-BE49-F238E27FC236}">
                <a16:creationId xmlns:a16="http://schemas.microsoft.com/office/drawing/2014/main" id="{B8627936-7FCB-D70F-0816-80204DB4FD19}"/>
              </a:ext>
            </a:extLst>
          </p:cNvPr>
          <p:cNvSpPr>
            <a:spLocks noGrp="1"/>
          </p:cNvSpPr>
          <p:nvPr>
            <p:ph idx="1"/>
          </p:nvPr>
        </p:nvSpPr>
        <p:spPr/>
        <p:txBody>
          <a:bodyPr/>
          <a:lstStyle/>
          <a:p>
            <a:pPr lvl="0"/>
            <a:r>
              <a:rPr/>
              <a:t>一个关键权衡是假阳性与假阴性</a:t>
            </a:r>
          </a:p>
        </p:txBody>
      </p:sp>
    </p:spTree>
  </p:cSld>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C4406B4F-424B-B307-C3E1-7BA847CEACE2}"/>
              </a:ext>
            </a:extLst>
          </p:cNvPr>
          <p:cNvSpPr>
            <a:spLocks noGrp="1"/>
          </p:cNvSpPr>
          <p:nvPr>
            <p:ph type="title"/>
          </p:nvPr>
        </p:nvSpPr>
        <p:spPr/>
        <p:txBody>
          <a:bodyPr/>
          <a:lstStyle/>
          <a:p>
            <a:pPr lvl="0" indent="0" marL="0">
              <a:buNone/>
            </a:pPr>
            <a:r>
              <a:rPr/>
              <a:t>局部敏感哈希：M是一个集合和d是M上的距离函数</a:t>
            </a:r>
          </a:p>
        </p:txBody>
      </p:sp>
      <mc:AlternateContent xmlns:mc="http://schemas.openxmlformats.org/markup-compatibility/2006">
        <mc:Choice xmlns:a14="http://schemas.microsoft.com/office/drawing/2010/main" Requires="a14">
          <p:sp>
            <p:nvSpPr>
              <p:cNvPr id="3" name="内容占位符 2">
                <a:extLst>
                  <a:ext uri="{FF2B5EF4-FFF2-40B4-BE49-F238E27FC236}">
                    <a16:creationId xmlns:a16="http://schemas.microsoft.com/office/drawing/2014/main" id="{B8627936-7FCB-D70F-0816-80204DB4FD19}"/>
                  </a:ext>
                </a:extLst>
              </p:cNvPr>
              <p:cNvSpPr>
                <a:spLocks noGrp="1"/>
              </p:cNvSpPr>
              <p:nvPr>
                <p:ph idx="1"/>
              </p:nvPr>
            </p:nvSpPr>
            <p:spPr/>
            <p:txBody>
              <a:bodyPr/>
              <a:lstStyle/>
              <a:p>
                <a:pPr lvl="0" indent="0" marL="0">
                  <a:buNone/>
                </a:pPr>
                <a14:m>
                  <m:oMathPara xmlns:m="http://schemas.openxmlformats.org/officeDocument/2006/math">
                    <m:oMathParaPr>
                      <m:jc m:val="center"/>
                    </m:oMathParaPr>
                    <m:oMath>
                      <m:r>
                        <m:rPr>
                          <m:sty m:val="p"/>
                        </m:rPr>
                        <m:t>∀</m:t>
                      </m:r>
                      <m:r>
                        <m:t>p</m:t>
                      </m:r>
                      <m:r>
                        <m:rPr>
                          <m:sty m:val="p"/>
                        </m:rPr>
                        <m:t>,</m:t>
                      </m:r>
                      <m:r>
                        <m:t>q</m:t>
                      </m:r>
                      <m:r>
                        <m:rPr>
                          <m:sty m:val="p"/>
                        </m:rPr>
                        <m:t>∈</m:t>
                      </m:r>
                      <m:r>
                        <m:t>M</m:t>
                      </m:r>
                      <m:r>
                        <m:rPr>
                          <m:sty m:val="p"/>
                        </m:rPr>
                        <m:t>,</m:t>
                      </m:r>
                    </m:oMath>
                  </m:oMathPara>
                </a14:m>
              </a:p>
            </p:txBody>
          </p:sp>
        </mc:Choice>
      </mc:AlternateContent>
    </p:spTree>
  </p:cSld>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C4406B4F-424B-B307-C3E1-7BA847CEACE2}"/>
              </a:ext>
            </a:extLst>
          </p:cNvPr>
          <p:cNvSpPr>
            <a:spLocks noGrp="1"/>
          </p:cNvSpPr>
          <p:nvPr>
            <p:ph type="title"/>
          </p:nvPr>
        </p:nvSpPr>
        <p:spPr/>
        <p:txBody>
          <a:bodyPr/>
          <a:lstStyle/>
          <a:p>
            <a:pPr lvl="0" indent="0" marL="0">
              <a:buNone/>
            </a:pPr>
            <a:r>
              <a:rPr/>
              <a:t>局部敏感哈希：M是一个集合和d是M上的距离函数</a:t>
            </a:r>
          </a:p>
        </p:txBody>
      </p:sp>
      <mc:AlternateContent xmlns:mc="http://schemas.openxmlformats.org/markup-compatibility/2006">
        <mc:Choice xmlns:a14="http://schemas.microsoft.com/office/drawing/2010/main" Requires="a14">
          <p:sp>
            <p:nvSpPr>
              <p:cNvPr id="3" name="内容占位符 2">
                <a:extLst>
                  <a:ext uri="{FF2B5EF4-FFF2-40B4-BE49-F238E27FC236}">
                    <a16:creationId xmlns:a16="http://schemas.microsoft.com/office/drawing/2014/main" id="{B8627936-7FCB-D70F-0816-80204DB4FD19}"/>
                  </a:ext>
                </a:extLst>
              </p:cNvPr>
              <p:cNvSpPr>
                <a:spLocks noGrp="1"/>
              </p:cNvSpPr>
              <p:nvPr>
                <p:ph idx="1"/>
              </p:nvPr>
            </p:nvSpPr>
            <p:spPr/>
            <p:txBody>
              <a:bodyPr/>
              <a:lstStyle/>
              <a:p>
                <a:pPr lvl="0" indent="0" marL="0">
                  <a:buNone/>
                </a:pPr>
                <a14:m>
                  <m:oMathPara xmlns:m="http://schemas.openxmlformats.org/officeDocument/2006/math">
                    <m:oMathParaPr>
                      <m:jc m:val="center"/>
                    </m:oMathParaPr>
                    <m:oMath>
                      <m:r>
                        <m:t>d</m:t>
                      </m:r>
                      <m:d>
                        <m:dPr>
                          <m:begChr m:val="("/>
                          <m:sepChr m:val=""/>
                          <m:endChr m:val=")"/>
                          <m:grow/>
                        </m:dPr>
                        <m:e>
                          <m:r>
                            <m:t>p</m:t>
                          </m:r>
                          <m:r>
                            <m:rPr>
                              <m:sty m:val="p"/>
                            </m:rPr>
                            <m:t>,</m:t>
                          </m:r>
                          <m:r>
                            <m:t>q</m:t>
                          </m:r>
                        </m:e>
                      </m:d>
                      <m:r>
                        <m:rPr>
                          <m:sty m:val="p"/>
                        </m:rPr>
                        <m:t>≤</m:t>
                      </m:r>
                      <m:sSub>
                        <m:e>
                          <m:r>
                            <m:t>r</m:t>
                          </m:r>
                        </m:e>
                        <m:sub>
                          <m:r>
                            <m:t>1</m:t>
                          </m:r>
                        </m:sub>
                      </m:sSub>
                      <m:r>
                        <m:rPr>
                          <m:sty m:val="p"/>
                        </m:rPr>
                        <m:t>⇒</m:t>
                      </m:r>
                      <m:r>
                        <m:rPr>
                          <m:sty m:val="p"/>
                        </m:rPr>
                        <m:t>Pr</m:t>
                      </m:r>
                      <m:d>
                        <m:dPr>
                          <m:begChr m:val="("/>
                          <m:sepChr m:val=""/>
                          <m:endChr m:val=")"/>
                          <m:grow/>
                        </m:dPr>
                        <m:e>
                          <m:r>
                            <m:t>h</m:t>
                          </m:r>
                          <m:d>
                            <m:dPr>
                              <m:begChr m:val="("/>
                              <m:sepChr m:val=""/>
                              <m:endChr m:val=")"/>
                              <m:grow/>
                            </m:dPr>
                            <m:e>
                              <m:r>
                                <m:t>p</m:t>
                              </m:r>
                            </m:e>
                          </m:d>
                          <m:r>
                            <m:rPr>
                              <m:sty m:val="p"/>
                            </m:rPr>
                            <m:t>=</m:t>
                          </m:r>
                          <m:r>
                            <m:t>h</m:t>
                          </m:r>
                          <m:d>
                            <m:dPr>
                              <m:begChr m:val="("/>
                              <m:sepChr m:val=""/>
                              <m:endChr m:val=")"/>
                              <m:grow/>
                            </m:dPr>
                            <m:e>
                              <m:r>
                                <m:t>q</m:t>
                              </m:r>
                            </m:e>
                          </m:d>
                        </m:e>
                      </m:d>
                      <m:r>
                        <m:rPr>
                          <m:sty m:val="p"/>
                        </m:rPr>
                        <m:t>≥</m:t>
                      </m:r>
                      <m:sSub>
                        <m:e>
                          <m:r>
                            <m:t>p</m:t>
                          </m:r>
                        </m:e>
                        <m:sub>
                          <m:r>
                            <m:t>1</m:t>
                          </m:r>
                        </m:sub>
                      </m:sSub>
                    </m:oMath>
                  </m:oMathPara>
                </a14:m>
              </a:p>
            </p:txBody>
          </p:sp>
        </mc:Choice>
      </mc:AlternateContent>
    </p:spTree>
  </p:cSld>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C4406B4F-424B-B307-C3E1-7BA847CEACE2}"/>
              </a:ext>
            </a:extLst>
          </p:cNvPr>
          <p:cNvSpPr>
            <a:spLocks noGrp="1"/>
          </p:cNvSpPr>
          <p:nvPr>
            <p:ph type="title"/>
          </p:nvPr>
        </p:nvSpPr>
        <p:spPr/>
        <p:txBody>
          <a:bodyPr/>
          <a:lstStyle/>
          <a:p>
            <a:pPr lvl="0" indent="0" marL="0">
              <a:buNone/>
            </a:pPr>
            <a:r>
              <a:rPr/>
              <a:t>局部敏感哈希：M是一个集合和d是M上的距离函数</a:t>
            </a:r>
          </a:p>
        </p:txBody>
      </p:sp>
      <mc:AlternateContent xmlns:mc="http://schemas.openxmlformats.org/markup-compatibility/2006">
        <mc:Choice xmlns:a14="http://schemas.microsoft.com/office/drawing/2010/main" Requires="a14">
          <p:sp>
            <p:nvSpPr>
              <p:cNvPr id="3" name="内容占位符 2">
                <a:extLst>
                  <a:ext uri="{FF2B5EF4-FFF2-40B4-BE49-F238E27FC236}">
                    <a16:creationId xmlns:a16="http://schemas.microsoft.com/office/drawing/2014/main" id="{B8627936-7FCB-D70F-0816-80204DB4FD19}"/>
                  </a:ext>
                </a:extLst>
              </p:cNvPr>
              <p:cNvSpPr>
                <a:spLocks noGrp="1"/>
              </p:cNvSpPr>
              <p:nvPr>
                <p:ph idx="1"/>
              </p:nvPr>
            </p:nvSpPr>
            <p:spPr/>
            <p:txBody>
              <a:bodyPr/>
              <a:lstStyle/>
              <a:p>
                <a:pPr lvl="0" indent="0" marL="0">
                  <a:buNone/>
                </a:pPr>
                <a14:m>
                  <m:oMathPara xmlns:m="http://schemas.openxmlformats.org/officeDocument/2006/math">
                    <m:oMathParaPr>
                      <m:jc m:val="center"/>
                    </m:oMathParaPr>
                    <m:oMath>
                      <m:r>
                        <m:t>d</m:t>
                      </m:r>
                      <m:r>
                        <m:rPr>
                          <m:sty m:val="p"/>
                        </m:rPr>
                        <m:t>(</m:t>
                      </m:r>
                      <m:r>
                        <m:t>p</m:t>
                      </m:r>
                      <m:r>
                        <m:rPr>
                          <m:sty m:val="p"/>
                        </m:rPr>
                        <m:t>,</m:t>
                      </m:r>
                      <m:r>
                        <m:t>q</m:t>
                      </m:r>
                      <m:r>
                        <m:rPr>
                          <m:sty m:val="p"/>
                        </m:rPr>
                        <m:t>)</m:t>
                      </m:r>
                      <m:r>
                        <m:rPr>
                          <m:sty m:val="p"/>
                        </m:rPr>
                        <m:t>≥</m:t>
                      </m:r>
                      <m:sSub>
                        <m:e>
                          <m:r>
                            <m:t>r</m:t>
                          </m:r>
                        </m:e>
                        <m:sub>
                          <m:r>
                            <m:t>2</m:t>
                          </m:r>
                        </m:sub>
                      </m:sSub>
                      <m:r>
                        <m:rPr>
                          <m:sty m:val="p"/>
                        </m:rPr>
                        <m:t>⇒</m:t>
                      </m:r>
                      <m:r>
                        <m:rPr>
                          <m:sty m:val="p"/>
                        </m:rPr>
                        <m:t>Pr</m:t>
                      </m:r>
                      <m:r>
                        <m:rPr>
                          <m:sty m:val="p"/>
                        </m:rPr>
                        <m:t>(</m:t>
                      </m:r>
                      <m:r>
                        <m:t>h</m:t>
                      </m:r>
                      <m:r>
                        <m:rPr>
                          <m:sty m:val="p"/>
                        </m:rPr>
                        <m:t>(</m:t>
                      </m:r>
                      <m:r>
                        <m:t>p</m:t>
                      </m:r>
                      <m:r>
                        <m:rPr>
                          <m:sty m:val="p"/>
                        </m:rPr>
                        <m:t>)</m:t>
                      </m:r>
                      <m:r>
                        <m:rPr>
                          <m:sty m:val="p"/>
                        </m:rPr>
                        <m:t>=</m:t>
                      </m:r>
                      <m:r>
                        <m:t>h</m:t>
                      </m:r>
                      <m:r>
                        <m:rPr>
                          <m:sty m:val="p"/>
                        </m:rPr>
                        <m:t>(</m:t>
                      </m:r>
                      <m:r>
                        <m:t>q</m:t>
                      </m:r>
                      <m:r>
                        <m:rPr>
                          <m:sty m:val="p"/>
                        </m:rPr>
                        <m:t>)</m:t>
                      </m:r>
                      <m:r>
                        <m:rPr>
                          <m:sty m:val="p"/>
                        </m:rPr>
                        <m:t>)</m:t>
                      </m:r>
                      <m:r>
                        <m:rPr>
                          <m:sty m:val="p"/>
                        </m:rPr>
                        <m:t>≤</m:t>
                      </m:r>
                      <m:sSub>
                        <m:e>
                          <m:r>
                            <m:t>p</m:t>
                          </m:r>
                        </m:e>
                        <m:sub>
                          <m:r>
                            <m:t>2</m:t>
                          </m:r>
                        </m:sub>
                      </m:sSub>
                    </m:oMath>
                  </m:oMathPara>
                </a14:m>
              </a:p>
            </p:txBody>
          </p:sp>
        </mc:Choice>
      </mc:AlternateContent>
    </p:spTree>
  </p:cSld>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C4406B4F-424B-B307-C3E1-7BA847CEACE2}"/>
              </a:ext>
            </a:extLst>
          </p:cNvPr>
          <p:cNvSpPr>
            <a:spLocks noGrp="1"/>
          </p:cNvSpPr>
          <p:nvPr>
            <p:ph type="title"/>
          </p:nvPr>
        </p:nvSpPr>
        <p:spPr/>
        <p:txBody>
          <a:bodyPr/>
          <a:lstStyle/>
          <a:p>
            <a:pPr lvl="0" indent="0" marL="0">
              <a:buNone/>
            </a:pPr>
            <a:r>
              <a:rPr/>
              <a:t>8.5.1 局部敏感哈希操作</a:t>
            </a:r>
          </a:p>
        </p:txBody>
      </p:sp>
      <p:sp>
        <p:nvSpPr>
          <p:cNvPr id="3" name="内容占位符 2">
            <a:extLst>
              <a:ext uri="{FF2B5EF4-FFF2-40B4-BE49-F238E27FC236}">
                <a16:creationId xmlns:a16="http://schemas.microsoft.com/office/drawing/2014/main" id="{B8627936-7FCB-D70F-0816-80204DB4FD19}"/>
              </a:ext>
            </a:extLst>
          </p:cNvPr>
          <p:cNvSpPr>
            <a:spLocks noGrp="1"/>
          </p:cNvSpPr>
          <p:nvPr>
            <p:ph idx="1"/>
          </p:nvPr>
        </p:nvSpPr>
        <p:spPr/>
        <p:txBody>
          <a:bodyPr/>
          <a:lstStyle/>
          <a:p>
            <a:pPr lvl="0"/>
            <a:r>
              <a:rPr/>
              <a:t>拟合好的LSH模型通常会提供三类常用操作：特征变换、近似相似连接和近似最近邻搜索</a:t>
            </a:r>
          </a:p>
        </p:txBody>
      </p:sp>
    </p:spTree>
  </p:cSld>
</p:sld>
</file>

<file path=ppt/theme/theme1.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等线"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txDef>
      <a:spPr>
        <a:noFill/>
      </a:spPr>
      <a:bodyPr wrap="square">
        <a:spAutoFit/>
      </a:bodyPr>
      <a:lstStyle>
        <a:defPPr algn="l">
          <a:defRPr dirty="0"/>
        </a:defPPr>
      </a:lstStyle>
    </a:txDef>
  </a:objectDefaults>
  <a:extraClrSchemeLst/>
  <a:extLst>
    <a:ext uri="{05A4C25C-085E-4340-85A3-A5531E510DB2}">
      <thm15:themeFamily xmlns:thm15="http://schemas.microsoft.com/office/thememl/2012/main" name="演示文稿1" id="{4EB0031E-9AF1-4EF9-947E-CF21025E1F57}" vid="{E1AA6518-1FF8-4BC2-BEB6-E59B2C6B1677}"/>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Yu Gothic Light"/>
        <a:font script="Hang" typeface="맑은 고딕"/>
        <a:font script="Hans" typeface="DengXian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Yu Gothic"/>
        <a:font script="Hang" typeface="맑은 고딕"/>
        <a:font script="Hans" typeface="DengXian"/>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Override1.xml><?xml version="1.0" encoding="utf-8"?>
<a:themeOverride xmlns:a="http://schemas.openxmlformats.org/drawingml/2006/main">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themeOverride>
</file>

<file path=docProps/app.xml><?xml version="1.0" encoding="utf-8"?>
<Properties xmlns="http://schemas.openxmlformats.org/officeDocument/2006/extended-properties" xmlns:vt="http://schemas.openxmlformats.org/officeDocument/2006/docPropsVTypes">
  <Template/>
  <TotalTime>5</TotalTime>
  <Words>0</Words>
  <Application>Microsoft Office PowerPoint</Application>
  <PresentationFormat>宽屏</PresentationFormat>
  <Paragraphs>0</Paragraphs>
  <Slides>1</Slides>
  <Notes>0</Notes>
  <HiddenSlides>0</HiddenSlides>
  <MMClips>0</MMClips>
  <ScaleCrop>false</ScaleCrop>
  <HeadingPairs>
    <vt:vector size="6" baseType="variant">
      <vt:variant>
        <vt:lpstr>已用的字体</vt:lpstr>
      </vt:variant>
      <vt:variant>
        <vt:i4>3</vt:i4>
      </vt:variant>
      <vt:variant>
        <vt:lpstr>主题</vt:lpstr>
      </vt:variant>
      <vt:variant>
        <vt:i4>1</vt:i4>
      </vt:variant>
      <vt:variant>
        <vt:lpstr>幻灯片标题</vt:lpstr>
      </vt:variant>
      <vt:variant>
        <vt:i4>1</vt:i4>
      </vt:variant>
    </vt:vector>
  </HeadingPairs>
  <TitlesOfParts>
    <vt:vector size="5" baseType="lpstr">
      <vt:lpstr>等线</vt:lpstr>
      <vt:lpstr>Arial</vt:lpstr>
      <vt:lpstr>Calibri</vt:lpstr>
      <vt:lpstr>Office 主题​​</vt:lpstr>
      <vt:lpstr>PowerPoint 演示文稿</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
  <cp:keywords/>
  <dcterms:created xsi:type="dcterms:W3CDTF">2026-04-05T02:25:48Z</dcterms:created>
  <dcterms:modified xsi:type="dcterms:W3CDTF">2026-04-05T02:25:48Z</dcterms:modified>
</cp:coreProperties>
</file>

<file path=docProps/custom.xml><?xml version="1.0" encoding="utf-8"?>
<Properties xmlns="http://schemas.openxmlformats.org/officeDocument/2006/custom-properties" xmlns:vt="http://schemas.openxmlformats.org/officeDocument/2006/docPropsVTypes"/>
</file>