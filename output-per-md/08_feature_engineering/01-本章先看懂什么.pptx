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notesMaster" Target="notesMasters/notesMaster1.xml" /><Relationship Id="rId9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8" Type="http://schemas.openxmlformats.org/officeDocument/2006/relationships/theme" Target="theme/theme1.xml" /><Relationship Id="rId7" Type="http://schemas.openxmlformats.org/officeDocument/2006/relationships/viewProps" Target="viewProps.xml" /><Relationship Id="rId6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特征工程的三步：清洗、变换、选择。文本、类别、数值特征分别怎么处理。特征质量为什么常常比模型复杂度更重要。 接下来会顺着 本章先看懂什么 和 一个最小例子 往下展开，把这一节的主线一步一步接起来。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可以从一个很贴近日常业务的任务开始：做商品评论情感分类、这个例子很适合作为本章入口，因为它天然说明了特征工程为什么不能只看某一个组件 和 所谓特征，就是从原始数据中抽取出来、能够帮助模型完成预测或分类的有效信息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的能力大体可以分为四组、在工程上，它们通常会通过 Pipeline 串联起来，而不是孤立地逐个调用 和 特征提取：从原始数据中提取特征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8.1 本章先看懂什么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特征工程的三步：清洗、变换、选择</a:t>
            </a:r>
          </a:p>
          <a:p>
            <a:pPr lvl="0"/>
            <a:r>
              <a:rPr/>
              <a:t>文本、类别、数值特征分别怎么处理</a:t>
            </a:r>
          </a:p>
          <a:p>
            <a:pPr lvl="0"/>
            <a:r>
              <a:rPr/>
              <a:t>特征质量为什么常常比模型复杂度更重要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一个最小例子（1/2）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可以从一个很贴近日常业务的任务开始：做商品评论情感分类</a:t>
            </a:r>
          </a:p>
          <a:p>
            <a:pPr lvl="0"/>
            <a:r>
              <a:rPr/>
              <a:t>这个例子很适合作为本章入口，因为它天然说明了特征工程为什么不能只看某一个组件</a:t>
            </a:r>
          </a:p>
          <a:p>
            <a:pPr lvl="0"/>
            <a:r>
              <a:rPr/>
              <a:t>所谓特征，就是从原始数据中抽取出来、能够帮助模型完成预测或分类的有效信息</a:t>
            </a:r>
          </a:p>
          <a:p>
            <a:pPr lvl="0"/>
            <a:r>
              <a:rPr/>
              <a:t>特征工程，就是围绕这些信息做清洗、构造、变换、筛选和拼接的过程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一个最小例子（2/2）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的能力大体可以分为四组</a:t>
            </a:r>
          </a:p>
          <a:p>
            <a:pPr lvl="0"/>
            <a:r>
              <a:rPr/>
              <a:t>在工程上，它们通常会通过 Pipeline 串联起来，而不是孤立地逐个调用</a:t>
            </a:r>
          </a:p>
          <a:p>
            <a:pPr lvl="0"/>
            <a:r>
              <a:rPr/>
              <a:t>特征提取：从原始数据中提取特征</a:t>
            </a:r>
          </a:p>
          <a:p>
            <a:pPr lvl="0"/>
            <a:r>
              <a:rPr/>
              <a:t>特征转换：缩放、变换或修改特征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2026-04-05T02:25:31Z</dcterms:created>
  <dcterms:modified xsi:type="dcterms:W3CDTF">2026-04-05T02:25:31Z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