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本章梳理了 Spark 结构化机器学习流程中常见的特征工程工具。对于文本特征，可以使用 TF-IDF、Word2Vec 和各类 Vectorizer。对于类别和数值特征，可以使用编码器、缩放器、离散化器与缺失值处理器。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8.6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本章梳理了 Spark 结构化机器学习流程中常见的特征工程工具</a:t>
            </a:r>
          </a:p>
          <a:p>
            <a:pPr lvl="0"/>
            <a:r>
              <a:rPr/>
              <a:t>对于类别和数值特征，可以使用编码器、缩放器、离散化器与缺失值处理器</a:t>
            </a:r>
          </a:p>
          <a:p>
            <a:pPr lvl="0"/>
            <a:r>
              <a:rPr/>
              <a:t>不是孤立地逐个记忆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2026-04-05T02:25:49Z</dcterms:created>
  <dcterms:modified xsi:type="dcterms:W3CDTF">2026-04-05T02:25:49Z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