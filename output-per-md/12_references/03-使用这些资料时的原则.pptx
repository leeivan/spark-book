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notesMaster" Target="notesMasters/notesMaster1.xml" /><Relationship Id="rId7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theme" Target="theme/theme1.xml" /><Relationship Id="rId5" Type="http://schemas.openxmlformats.org/officeDocument/2006/relationships/viewProps" Target="viewProps.xml" /><Relationship Id="rId4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查“能不能用、参数怎么配、版本是否支持”，优先看官方文档。 接下来重点看 使用这些资料时的原则，先把这一节要处理的对象和关键步骤放稳。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12.3 使用这些资料时的原则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查“能不能用、参数怎么配、版本是否支持”，优先看官方文档</a:t>
            </a:r>
          </a:p>
          <a:p>
            <a:pPr lvl="0"/>
            <a:r>
              <a:rPr/>
              <a:t>查“为什么这样设计、适用什么场景”，再看书籍和高质量长文</a:t>
            </a:r>
          </a:p>
          <a:p>
            <a:pPr lvl="0"/>
            <a:r>
              <a:rPr/>
              <a:t>书中若与官方文档冲突，以你当前使用版本的官方文档为准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2026-04-05T02:26:13Z</dcterms:created>
  <dcterms:modified xsi:type="dcterms:W3CDTF">2026-04-05T02:26:13Z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