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notesMaster" Target="notesMasters/notesMaster1.xml" /><Relationship Id="rId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8" Type="http://schemas.openxmlformats.org/officeDocument/2006/relationships/theme" Target="theme/theme1.xml" /><Relationship Id="rId7" Type="http://schemas.openxmlformats.org/officeDocument/2006/relationships/viewProps" Target="viewProps.xml" /><Relationship Id="rId6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对本书这条 Spark 4.x 主线来说，图书资料更适合作为“延伸阅读”和“系统化补充”，而不是版本事实的最终依据。下面这些资料更适合与本书配套阅读。 接下来会依次看 图书与系统性资料、专题补充阅读，以及 历史与迁移参考，后面的实现和案例都会沿着这条线继续展开。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专题补充阅读。讲的时候不要只念标题，要把它放回本节主线里，说明它解决什么问题以及为什么需要这一步。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历史与迁移参考。讲的时候不要只念标题，要把它放回本节主线里，说明它解决什么问题以及为什么需要这一步。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12.2 图书与系统性资料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这些资料更适合与本书配套阅读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专题补充阅读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专题补充阅读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历史与迁移参考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历史与迁移参考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2026-04-05T02:26:13Z</dcterms:created>
  <dcterms:modified xsi:type="dcterms:W3CDTF">2026-04-05T02:26:13Z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