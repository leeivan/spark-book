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7" Type="http://schemas.openxmlformats.org/officeDocument/2006/relationships/theme" Target="theme/theme1.xml" /><Relationship Id="rId6" Type="http://schemas.openxmlformats.org/officeDocument/2006/relationships/viewProps" Target="viewProps.xml" /><Relationship Id="rId5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以 Apache Spark 官方文档和发布说明作为一手依据。遇到 API、参数或行为差异时，优先核对对应版本文档。社区文章只用于补充实践经验，不作为版本事实的唯一来源。 接下来会顺着 使用建议 和 官方资料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官方资料。讲的时候不要只念标题，要把它放回本节主线里，说明它解决什么问题以及为什么需要这一步。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12.1 使用建议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以 Apache Spark 官方文档和发布说明作为一手依据</a:t>
            </a:r>
          </a:p>
          <a:p>
            <a:pPr lvl="0"/>
            <a:r>
              <a:rPr/>
              <a:t>遇到 API、参数或行为差异时，优先核对对应版本文档</a:t>
            </a:r>
          </a:p>
          <a:p>
            <a:pPr lvl="0"/>
            <a:r>
              <a:rPr/>
              <a:t>社区文章只用于补充实践经验，不作为版本事实的唯一来源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官方资料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官方资料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2026-04-05T02:26:13Z</dcterms:created>
  <dcterms:modified xsi:type="dcterms:W3CDTF">2026-04-05T02:26:13Z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