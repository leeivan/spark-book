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1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9" Type="http://schemas.openxmlformats.org/officeDocument/2006/relationships/theme" Target="theme/theme1.xml" /><Relationship Id="rId8" Type="http://schemas.openxmlformats.org/officeDocument/2006/relationships/viewProps" Target="viewProps.xml" /><Relationship Id="rId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SparkSession + DataFrame 为什么是 Spark 4.x 结构化处理的默认入口。DataFrame / Dataset / RDD 的使用边界，以及什么时候真的需要回退到 RDD。Schema 的价值：它不仅描述字段，还决定了优化器能做什么。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是直接把交易表读成 DataFrame、这个例子很像日常数据分析里最常见的工作流，所以特别适合作为本章入口 和 结构化数据处理是 Spark 4.x 的主线能力之一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如果使用 Scala 或 Java、Spark SQL 同时支持批处理和流处理 和 可以把 Spark SQL 理解为 Spark 结构化能力的统一入口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一个最小例子：图示。讲解时先指出图里最值得看的结构、趋势或对比项，再说明它和正文结论是怎么对应上的。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DataFrame / Dataset / RDD 的使用边界</a:t>
            </a:r>
          </a:p>
          <a:p>
            <a:pPr lvl="0"/>
            <a:r>
              <a:rPr/>
              <a:t>Schema 的价值：还决定了优化器能做什么</a:t>
            </a:r>
          </a:p>
          <a:p>
            <a:pPr lvl="0"/>
            <a:r>
              <a:rPr/>
              <a:t>常见结构化操作的思维方式：过滤、聚合、窗口、Join 以及 explain() 背后的执行计划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是直接把交易表读成 DataFrame</a:t>
            </a:r>
          </a:p>
          <a:p>
            <a:pPr lvl="0"/>
            <a:r>
              <a:rPr/>
              <a:t>这个例子很像日常数据分析里最常见的工作流，所以特别适合作为本章入口</a:t>
            </a:r>
          </a:p>
          <a:p>
            <a:pPr lvl="0"/>
            <a:r>
              <a:rPr/>
              <a:t>结构化数据处理是 Spark 4.x 的主线能力之一</a:t>
            </a:r>
          </a:p>
          <a:p>
            <a:pPr lvl="0"/>
            <a:r>
              <a:rPr/>
              <a:t>这一章的核心结论也很直接：在 Spark 4.x 新项目里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如果使用 Scala 或 Java</a:t>
            </a:r>
          </a:p>
          <a:p>
            <a:pPr lvl="0"/>
            <a:r>
              <a:rPr/>
              <a:t>Spark SQL 同时支持批处理和流处理</a:t>
            </a:r>
          </a:p>
          <a:p>
            <a:pPr lvl="0"/>
            <a:r>
              <a:rPr/>
              <a:t>可以把 Spark SQL 理解为 Spark 结构化能力的统一入口</a:t>
            </a:r>
          </a:p>
          <a:p>
            <a:pPr lvl="0"/>
            <a:r>
              <a:rPr/>
              <a:t>图例 4‑1 的重点不是某一个接口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一个最小例子：图示</a:t>
            </a:r>
          </a:p>
        </p:txBody>
      </p:sp>
      <p:pic>
        <p:nvPicPr>
          <p:cNvPr descr="../../md/media/04_structured_data/media/image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10000" y="1816100"/>
            <a:ext cx="4559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2026-04-05T02:24:31Z</dcterms:created>
  <dcterms:modified xsi:type="dcterms:W3CDTF">2026-04-05T02:24:31Z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