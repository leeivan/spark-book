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SQL 是 Spark 4.x 处理结构化数据的主线模块。它在 RDD 之上增加了列、类型、Schema 和表达式语义，使 Catalyst 和 Tungsten 能够做更稳定的优化，并且更容易与 Catalog、元数据服务和现代数据平台协同工作。对大多数工程场景而言，DataFrame 是默认入口。 接下来重点看 小结，先把这一节要处理的对象和关键步骤放稳。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4.5 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SQL 是 Spark 4.x 处理结构化数据的主线模块</a:t>
            </a:r>
          </a:p>
          <a:p>
            <a:pPr lvl="0"/>
            <a:r>
              <a:rPr/>
              <a:t>Dataset 适合 Scala / Java 中确实需要类型安全的场景</a:t>
            </a:r>
          </a:p>
          <a:p>
            <a:pPr lvl="0"/>
            <a:r>
              <a:rPr/>
              <a:t>本章的重点并不是记住所有 API 细节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2026-04-05T02:24:39Z</dcterms:created>
  <dcterms:modified xsi:type="dcterms:W3CDTF">2026-04-05T02:24:39Z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