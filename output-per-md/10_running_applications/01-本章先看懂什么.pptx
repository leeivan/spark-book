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4"/>
  </p:notesMasterIdLst>
  <p:sldIdLst>
    <p:sldId id="256" r:id="rId2"/>
    <p:sldId id="257" r:id="rId3"/>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notesMaster" Target="notesMasters/notesMaster1.xml" /><Relationship Id="rId8" Type="http://schemas.openxmlformats.org/officeDocument/2006/relationships/tableStyles" Target="tableStyles.xml" /><Relationship Id="rId1" Type="http://schemas.openxmlformats.org/officeDocument/2006/relationships/slideMaster" Target="slideMasters/slideMaster1.xml" /><Relationship Id="rId7" Type="http://schemas.openxmlformats.org/officeDocument/2006/relationships/theme" Target="theme/theme1.xml" /><Relationship Id="rId6" Type="http://schemas.openxmlformats.org/officeDocument/2006/relationships/viewProps" Target="viewProps.xml" /><Relationship Id="rId5"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一个 Spark 应用如何从示例代码整理成可重复构建、可配置、可部署的工程单元。打包、依赖管理、spark-submit 和运行配置之间如何配合。local、client、cluster 以及不同集群管理器分别适合什么场景。 接下来会顺着 本章先看懂什么 和 一个最小例子 往下展开，把这一节的主线一步一步接起来。</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想象你已经把一段 Spark 代码在本地跑通了，现在要把它变成一项每天凌晨自动执行的离线任务。接下来要面对的问题就不再只是“代码能不能跑”，而是“怎么打包、参数放哪、用什么命令提交、失败了谁来重试、日志去哪看”。这时，一个 Spark 作业才真正开始从示例代码变成工程单元。</a:t>
            </a:r>
          </a:p>
          <a:p>
            <a:pPr lvl="0" indent="0" marL="0">
              <a:buNone/>
            </a:pPr>
          </a:p>
          <a:p>
            <a:pPr lvl="0" indent="0" marL="0">
              <a:buNone/>
            </a:pPr>
            <a:r>
              <a:rPr/>
              <a:t>这个最小例子之所以重要，是因为它把开发和上线之间那段最容易被忽略的路径完整地展示出来了。你会发现，真正的工程化其实不是多写几条命令，而是让同一份作业能够稳定地重复运行、出现问题时能定位、需要回滚时有抓手。本章后面所有构建、提交和部署方式，最后都服务于这件事。</a:t>
            </a:r>
          </a:p>
          <a:p>
            <a:pPr lvl="0" indent="0" marL="0">
              <a:buNone/>
            </a:pPr>
          </a:p>
          <a:p>
            <a:pPr lvl="0" indent="0" marL="0">
              <a:buNone/>
            </a:pPr>
            <a:r>
              <a:rPr/>
              <a:t>Spark 应用的核心，不是“跑一次作业”，而是把业务逻辑、依赖、配置与运行环境组织成可重复交付的工程单元。它既可以是一次性离线批处理，也可以是交互式会话，或者长期运行的 Structured Streaming 服务。</a:t>
            </a:r>
          </a:p>
          <a:p>
            <a:pPr lvl="0" indent="0" marL="0">
              <a:buNone/>
            </a:pPr>
          </a:p>
          <a:p>
            <a:pPr lvl="0" indent="0" marL="0">
              <a:buNone/>
            </a:pPr>
            <a:r>
              <a:rPr/>
              <a:t>通过 spark-submit 提交到 Standalone、YARN 或 Kubernetes，并围绕依赖管理、参数配置、日志和回滚策略建立工程规范。本章重点放在“如何把示例代码整理成可上线、可维护的 Spark 应用”。</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10.1 本章先看懂什么</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一个 Spark 应用如何从示例代码整理成可重复构建、可配置、可部署的工程单元</a:t>
            </a:r>
          </a:p>
          <a:p>
            <a:pPr lvl="0"/>
            <a:r>
              <a:rPr/>
              <a:t>打包、依赖管理、spark-submit 和运行配置之间如何配合</a:t>
            </a:r>
          </a:p>
          <a:p>
            <a:pPr lvl="0"/>
            <a:r>
              <a:rPr/>
              <a:t>local、client、cluster 以及不同集群管理器分别适合什么场景</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一个最小例子</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要面对的问题就不再只是“代码能不能跑”</a:t>
            </a:r>
          </a:p>
          <a:p>
            <a:pPr lvl="0"/>
            <a:r>
              <a:rPr/>
              <a:t>真正的工程化并不是多写几条命令</a:t>
            </a:r>
          </a:p>
          <a:p>
            <a:pPr lvl="0"/>
            <a:r>
              <a:rPr/>
              <a:t>它既可以是一次性离线批处理</a:t>
            </a:r>
          </a:p>
          <a:p>
            <a:pPr lvl="0"/>
            <a:r>
              <a:rPr/>
              <a:t>在 Spark 4.x 中，新项目通常以 SparkSession 为统一入口</a:t>
            </a:r>
          </a:p>
        </p:txBody>
      </p:sp>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2026-04-05T02:25:55Z</dcterms:created>
  <dcterms:modified xsi:type="dcterms:W3CDTF">2026-04-05T02:25:55Z</dcterms:modified>
</cp:coreProperties>
</file>

<file path=docProps/custom.xml><?xml version="1.0" encoding="utf-8"?>
<Properties xmlns="http://schemas.openxmlformats.org/officeDocument/2006/custom-properties" xmlns:vt="http://schemas.openxmlformats.org/officeDocument/2006/docPropsVTypes"/>
</file>