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notesMaster" Target="notesMasters/notesMaster1.xml" /><Relationship Id="rId22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1" Type="http://schemas.openxmlformats.org/officeDocument/2006/relationships/theme" Target="theme/theme1.xml" /><Relationship Id="rId20" Type="http://schemas.openxmlformats.org/officeDocument/2006/relationships/viewProps" Target="viewProps.xml" /><Relationship Id="rId1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本节讨论的重点，不是“如何把示例敲出来”，而是“如何把一个 Spark 程序整理成可构建、可打包、可交付的项目”。一个最小的 Scala 应用，再围绕它说明依赖管理、项目结构和打包方式。 接下来会依次看 构建应用、SBT Properties File: controls version of sbt tool，以及 (This command may take a long time on its first run)，后面的实现和案例都会沿着这条线继续展开。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这一页先把 10.3 构建应用 的主线串起来，重点包括 构建应用、SBT Properties File: controls version of sbt tool、(This command may take a long time on its first run)，以及 Run the Scala version.。先知道每一步要解决什么问题，后面的细节就更容易跟住。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本节讨论的重点，不是“如何把示例敲出来”，而是“如何把一个 Spark 程序整理成可构建、可打包、可交付的项目”。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而不是扩展scala.App，scala.App子类可能无法正常工作。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这个程序只做一件很小的事情: 统计 README 中包含 a 和 b 的行数。和前几章直接在交互环境里运行示例不同，独立应用必须自己初始化 SparkSession，并把应用名、依赖和入口类一起整理进项目结构中，后面才能顺利打包和提交。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由于应用依赖 Spark API，还需要配套一个 build.sbt 文件来声明版本、Scala 版本和依赖项。下面是最小可工作的配置。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代码 10.15 按照约定把 build.sbt 和源码放进标准目录结构后，就可以编译出包含应用代码的 jar，再交给 spark-submit 运行。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如果你熟悉 Maven，可以先把它理解为“更贴近 Scala 项目工作方式”的同类工具：同样负责依赖管理、编译、测试和打包，只是 DSL 和项目组织方式更偏 Scala。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从今天的实践来看，新项目通常直接使用 SBT 1.x 系列，早期 0.7/0.10 时代更多属于历史背景。无论内部具体通过 Ivy 还是 Coursier 解析依赖，对读者来说最重要的是：构建工具要能稳定管理 Spark 版本、Scala 版本、第三方依赖，以及最终的打包产物。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先创建 SparkSession 作为统一入口、把原始数据从存储读入 Spark 和 先过滤出真正要参与计算的数据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10.3 构建应用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一个最小的 Scala 应用，再围绕它说明依赖管理、项目结构和打包方式</a:t>
            </a:r>
          </a:p>
          <a:p>
            <a:pPr lvl="0"/>
            <a:r>
              <a:rPr/>
              <a:t>代码 10.14</a:t>
            </a:r>
          </a:p>
          <a:p>
            <a:pPr lvl="0"/>
            <a:r>
              <a:rPr/>
              <a:t>Scala应用程序应该定义一个main()方法</a:t>
            </a:r>
          </a:p>
          <a:p>
            <a:pPr lvl="0"/>
            <a:r>
              <a:rPr/>
              <a:t>注意，需要把 YOUR_SPARK_HOME 替换成自己的 Spark 安装路径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10.3 构建应用：学习路线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构建应用</a:t>
            </a:r>
          </a:p>
          <a:p>
            <a:pPr lvl="0"/>
            <a:r>
              <a:rPr/>
              <a:t>SBT Properties File: controls version of sbt tool</a:t>
            </a:r>
          </a:p>
          <a:p>
            <a:pPr lvl="0"/>
            <a:r>
              <a:rPr/>
              <a:t>(This command may take a long time on its first run)</a:t>
            </a:r>
          </a:p>
          <a:p>
            <a:pPr lvl="0"/>
            <a:r>
              <a:rPr/>
              <a:t>Run the Scala version.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10.3 构建应用（1/2）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一个最小的 Scala 应用，再围绕它说明依赖管理、项目结构和打包方式</a:t>
            </a:r>
          </a:p>
          <a:p>
            <a:pPr lvl="0"/>
            <a:r>
              <a:rPr/>
              <a:t>代码 10.14</a:t>
            </a:r>
          </a:p>
          <a:p>
            <a:pPr lvl="0"/>
            <a:r>
              <a:rPr/>
              <a:t>Scala应用程序应该定义一个main()方法</a:t>
            </a:r>
          </a:p>
          <a:p>
            <a:pPr lvl="0"/>
            <a:r>
              <a:rPr/>
              <a:t>注意，需要把 YOUR_SPARK_HOME 替换成自己的 Spark 安装路径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10.3 构建应用（2/2）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是最小可工作的配置</a:t>
            </a:r>
          </a:p>
          <a:p>
            <a:pPr lvl="0"/>
            <a:r>
              <a:rPr/>
              <a:t>就可以编译出包含应用代码的 jar</a:t>
            </a:r>
          </a:p>
          <a:p>
            <a:pPr lvl="0"/>
            <a:r>
              <a:rPr/>
              <a:t>SBT 是 Scala 生态里最常见的构建工具之一</a:t>
            </a:r>
          </a:p>
          <a:p>
            <a:pPr lvl="0"/>
            <a:r>
              <a:rPr/>
              <a:t>无论内部具体通过 Ivy 还是 Coursier 解析依赖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10.3 构建应用：代码片段（1/2）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先创建 SparkSession 作为统一入口</a:t>
            </a:r>
          </a:p>
          <a:p>
            <a:pPr lvl="0"/>
            <a:r>
              <a:rPr/>
              <a:t>把原始数据从存储读入 Spark</a:t>
            </a:r>
          </a:p>
          <a:p>
            <a:pPr lvl="0"/>
            <a:r>
              <a:rPr/>
              <a:t>先过滤出真正要参与计算的数据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/* SimpleApp.scala */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SparkSession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object</a:t>
            </a:r>
            <a:r>
              <a:rPr>
                <a:latin typeface="Courier"/>
              </a:rPr>
              <a:t> SimpleApp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main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args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Unit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logFile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"YOUR_SPARK_HOME/README.md"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Should be some file on your system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spark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SparkSession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builder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appName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"Simple Application"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getOrCreate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logData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logFile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cache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numAs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logData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line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line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contains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numBs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logData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line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line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contains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"b"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10.3 构建应用：代码片段（2/2）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由于应用依赖 Spark API</a:t>
            </a:r>
          </a:p>
          <a:p>
            <a:pPr lvl="0" indent="0">
              <a:buNone/>
            </a:pPr>
            <a:r>
              <a:rPr>
                <a:latin typeface="Courier"/>
              </a:rPr>
              <a:t>name </a:t>
            </a:r>
            <a:r>
              <a:rPr>
                <a:solidFill>
                  <a:srgbClr val="666666"/>
                </a:solidFill>
                <a:latin typeface="Courier"/>
              </a:rPr>
              <a:t>:=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"Simple Project"</a:t>
            </a:r>
            <a:br/>
            <a:r>
              <a:rPr>
                <a:latin typeface="Courier"/>
              </a:rPr>
              <a:t>version </a:t>
            </a:r>
            <a:r>
              <a:rPr>
                <a:solidFill>
                  <a:srgbClr val="666666"/>
                </a:solidFill>
                <a:latin typeface="Courier"/>
              </a:rPr>
              <a:t>:=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"1.0"</a:t>
            </a:r>
            <a:br/>
            <a:r>
              <a:rPr>
                <a:latin typeface="Courier"/>
              </a:rPr>
              <a:t>scalaVersion </a:t>
            </a:r>
            <a:r>
              <a:rPr>
                <a:solidFill>
                  <a:srgbClr val="666666"/>
                </a:solidFill>
                <a:latin typeface="Courier"/>
              </a:rPr>
              <a:t>:=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"2.13.16"</a:t>
            </a:r>
            <a:br/>
            <a:r>
              <a:rPr>
                <a:latin typeface="Courier"/>
              </a:rPr>
              <a:t>libraryDependencies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"org.apache.spark"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%%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"spark-sql"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"4.1.1"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SBT Properties File（1/4）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sbt.version=1.10.0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代码 10.18
插件本质上是在现有构建之上增加新的设置、任务或打包能力。对 Spark 项目来说，最常见也最实用的插件通常是 `sbt-assembly`，因为它可以把应用和依赖一起打成装配 jar。典型写法是在 `project/assembly.sbt` 中加入：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SBT Properties File（2/4）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addSbtPlugin(“com.eed3si9n</a:t>
            </a:r>
          </a:p>
          <a:p>
            <a:pPr lvl="0" indent="0">
              <a:buNone/>
            </a:pPr>
            <a:r>
              <a:rPr>
                <a:latin typeface="Courier"/>
              </a:rPr>
              <a:t>代码 10.19
如果某些插件不在默认仓库中，还可以额外声明解析仓库，例如：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SBT Properties File（3/4）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resolvers +=</a:t>
            </a:r>
          </a:p>
          <a:p>
            <a:pPr lvl="0" indent="0">
              <a:buNone/>
            </a:pPr>
            <a:r>
              <a:rPr>
                <a:latin typeface="Courier"/>
              </a:rPr>
              <a:t>代码 10.20
实际项目里会不会用到更多插件，取决于团队对代码质量、发布流程和打包方式的要求；但对本章来说，先掌握 `sbt-assembly` 这一类和交付直接相关的插件就够用了。
  - src
SBT 默认沿用和 Maven 接近的目录约定，所有路径都相对于项目根目录解释。小型示例当然可以把源码直接放在根目录下，但真实项目通常仍会把实现放进 `src/main/scala` 或 `src/main/java`，这样目录职责更清楚，也更方便和测试代码、资源文件一起维护。
  - target
`target/` 用来存放编译产物、中间文件和最终 jar。通常它属于构建输出目录，不建议把人工维护的文件放进去。
下面保留一个很小的 Spark 示例，并额外引入 `commons-csv` 作为第三方依赖。这样做不是为了演示某个特定库，而是为了把“受管理依赖”“提交时动态分发依赖”和“装配 jar”这三种常见交付方式串起来看清楚。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SBT Properties File（4/4）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</a:t>
            </a:r>
          </a:p>
          <a:p>
            <a:pPr lvl="0" indent="0">
              <a:buNone/>
            </a:pPr>
            <a:r>
              <a:rPr>
                <a:latin typeface="Courier"/>
              </a:rPr>
              <a:t>代码 10.22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command may take a long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(This command may take a</a:t>
            </a:r>
          </a:p>
          <a:p>
            <a:pPr lvl="0" indent="0">
              <a:buNone/>
            </a:pPr>
            <a:r>
              <a:rPr>
                <a:latin typeface="Courier"/>
              </a:rPr>
              <a:t>命令 10.3 SBT构建命令
`package` 命令会编译 `src/main` 下的源代码，并生成一个只包含项目自身代码的 jar，而不会自动把第三方依赖一起打进去。对于简单示例这已经足够，但一旦应用要部署到真实环境，就需要进一步决定依赖是靠 `--packages`、`--jars` 还是装配 jar 分发。
实践里可以把这个选择理解成一个简单的交付判断路径：开发阶段先用 `package` 验证项目本身能否稳定编译；如果额外依赖已经发布到 Maven 仓库，而且数量不多，通常优先用 `--packages`，这样提交命令更轻，也方便临时替换版本；如果依赖是团队自建 jar、商业驱动或本地文件，则更适合通过 `--jars` 显式分发；当应用需要交给别的环境长期运行，或者希望把代码与依赖一起固定成一个可复用产物时，再考虑 assembly 这类装配 jar。这样看，打包方式并不是“谁更高级”，而是“谁更适合当前交付边界”。
如果依赖本身已经发布到 Maven 仓库，一个最省事的做法是在提交时使用 `--packages`。它使用 Maven 坐标语法，而不是 SBT 的 `%/%%` DSL；Spark 运行时自身通常由集群环境提供，所以这里不需要再把 `spark-core`、`spark-sql` 之类的模块重复写进提交参数。对于数量不多、且希望在提交时再解析的附加库，`--packages` 往往是最轻量的选择。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the Scala version.（1/3）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commons-csv</a:t>
            </a:r>
          </a:p>
          <a:p>
            <a:pPr lvl="0" indent="0">
              <a:buNone/>
            </a:pPr>
            <a:r>
              <a:rPr>
                <a:latin typeface="Courier"/>
              </a:rPr>
              <a:t>命令 10.5
除了通过受管理依赖让 SBT 自动下载库，也可以手工把 jar 放进本地 `lib/` 目录。不过这种方式更适合作为兼容性补救或离线环境下的备选方案，而不是默认工作流：
（1）先在 `build.sbt` 中移除对应的受管理依赖，避免同一个库同时出现两套来源。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the Scala version.（2/3）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libraryDependencies +=</a:t>
            </a:r>
          </a:p>
          <a:p>
            <a:pPr lvl="0" indent="0">
              <a:buNone/>
            </a:pPr>
            <a:r>
              <a:rPr>
                <a:latin typeface="Courier"/>
              </a:rPr>
              <a:t>代码 10.24
（2）再把 Commons CSV 的 jar 放进本地 `lib/` 目录。SBT 会把该目录中的 jar 自动加入编译类路径。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the Scala version.（3/3）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cd</a:t>
            </a:r>
          </a:p>
          <a:p>
            <a:pPr lvl="0" indent="0">
              <a:buNone/>
            </a:pPr>
            <a:r>
              <a:rPr>
                <a:latin typeface="Courier"/>
              </a:rPr>
              <a:t>命令 10.6
（3）随后照常执行构建命令，最终会得到和前一种方式等价的应用 jar。
（4）提交时，再通过 `--jars` 显式把这些本地 jar 一并分发到运行环境。这个选项更适合处理没有发布到公共仓库的内部库、临时补丁包，或者已经事先下载好的离线依赖。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the Scala version.：代码片段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cd</a:t>
            </a:r>
          </a:p>
          <a:p>
            <a:pPr lvl="0" indent="0">
              <a:buNone/>
            </a:pPr>
            <a:r>
              <a:rPr>
                <a:latin typeface="Courier"/>
              </a:rPr>
              <a:t>命令 10.8提交scala程序
作为最佳实践，不要同时在 `build.sbt` 和 `lib/` 目录里维护同一个依赖的两份来源；一旦版本不一致，排查类冲突会很耗时间。另外，Spark 自身已经会把核心运行时加入类路径，如果再把同版本或不同版本的 Spark 依赖打进应用产物，往往会引发更隐蔽的冲突。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the Scala version.：代码片段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cd</a:t>
            </a:r>
          </a:p>
          <a:p>
            <a:pPr lvl="0" indent="0">
              <a:buNone/>
            </a:pPr>
            <a:r>
              <a:rPr>
                <a:latin typeface="Courier"/>
              </a:rPr>
              <a:t>命令 10.11 提交 Scala 程序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2026-04-05T02:25:58Z</dcterms:created>
  <dcterms:modified xsi:type="dcterms:W3CDTF">2026-04-05T02:25:58Z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