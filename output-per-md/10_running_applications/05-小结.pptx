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notesMaster" Target="notesMasters/notesMaster1.xml" /><Relationship Id="rId7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theme" Target="theme/theme1.xml" /><Relationship Id="rId5" Type="http://schemas.openxmlformats.org/officeDocument/2006/relationships/viewProps" Target="viewProps.xml" /><Relationship Id="rId4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本章围绕 Spark 4.x 应用的工程化交付展开，介绍了统一入口 SparkSession、构建工具与依赖管理、jar 打包、spark-submit 提交，以及 Standalone、YARN、Kubernetes 等常见运行环境。 接下来重点看 小结，先把这一节要处理的对象和关键步骤放稳。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10.5 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以及 Standalone、YARN、Kubernetes 等常见运行环境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2026-04-05T02:26:01Z</dcterms:created>
  <dcterms:modified xsi:type="dcterms:W3CDTF">2026-04-05T02:26:01Z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