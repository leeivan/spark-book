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本章先从处理语义、时间语义和状态管理入手，再区分了 DStream 的历史位置与 Structured Streaming 的现代主线。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5.9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读者应能理解流处理为什么必须围绕无界数据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2026-04-05T02:24:57Z</dcterms:created>
  <dcterms:modified xsi:type="dcterms:W3CDTF">2026-04-05T02:24:57Z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