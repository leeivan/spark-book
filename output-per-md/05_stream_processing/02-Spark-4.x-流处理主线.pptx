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Spark 4.x 中，本章的推荐学习顺序与工程主线如下。 接下来重点看 Spark 4.x 流处理主线，先把这一节要处理的对象和关键步骤放稳。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Spark 4.x 流处理主线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 Spark 4.x 中，本章的推荐学习顺序与工程主线如下</a:t>
            </a:r>
          </a:p>
          <a:p>
            <a:pPr lvl="0"/>
            <a:r>
              <a:rPr/>
              <a:t>（1）先掌握处理语义、时间语义和状态管理，这是所有流处理系统的共同基础</a:t>
            </a:r>
          </a:p>
          <a:p>
            <a:pPr lvl="0"/>
            <a:r>
              <a:rPr/>
              <a:t>以 DataFrame/Dataset 作为统一 API</a:t>
            </a:r>
          </a:p>
          <a:p>
            <a:pPr lvl="0"/>
            <a:r>
              <a:rPr/>
              <a:t>（3）将 DStream 视为历史 API 与迁移材料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2026-04-05T02:24:40Z</dcterms:created>
  <dcterms:modified xsi:type="dcterms:W3CDTF">2026-04-05T02:24:40Z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