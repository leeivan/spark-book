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notesMaster" Target="notesMasters/notesMaster1.xml" /><Relationship Id="rId4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40" Type="http://schemas.openxmlformats.org/officeDocument/2006/relationships/theme" Target="theme/theme1.xml" /><Relationship Id="rId39" Type="http://schemas.openxmlformats.org/officeDocument/2006/relationships/viewProps" Target="viewProps.xml" /><Relationship Id="rId38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Streaming 是基于离散流构建的，离散流是数据流的一种基本抽象，表示连续的、分批次的数据流。在内部，离散流由连续的一系列 RDD 组成，这是 Spark 不可变的分布式数据集，离散流中的每个 RDD 都包含一定时间间隔的数据，如图例 5‑7 所示。 接下来会依次看 离散流的操作、基本操作，以及 transform，后面的实现和案例都会沿着这条线继续展开。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离散流的操作、基本操作、transform，以及 连接操作。先把前面的入口和处理顺序放稳，后面再继续往下展开。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SQL操作、输出操作、窗口操作，以及 有状态转换。把这几步和前面的内容接起来，整节课的推进顺序就完整了。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表示连续的、分批次的数据流。在内部，离散流由连续的一系列 RDD 组成，这是 Spark 不可变的分布式数据集，离散流中的每个 RDD 都包含一定时间间隔的数据，如图例 5‑7 所示。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对离散流应用的任何操作都将转换为底层RDD上的操作，例如代码 5‑1将输入流lines通过flatMap()转换为包含单词的离散流words，如下图所示。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称为微批（Micro-Batch），将每个单独的微批实现为RDD，然后将其作为常规RDD进行处理。每个这样的微批处理都是独立处理的，微批处理之间不会保持任何状态，这样就使处理本质上是无状态的。假设批处理间隔为5秒，然后在消耗事件时，每隔5秒创建一个微批，并将微批移交给RDD进行进一步处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我们已经了解了Spark Streaming的核心概念DStream，以及如何将微批执行模型与函数编程API融合在一起，这样就为Spark上的流处理提供了完整的基础。接下来，我们将探究Spark Streaming通过DStream抽象提供的API，以流方式实现任意复杂的业务逻辑。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Streaming 是基于离散流构建的，离散流是数据流的一种基本抽象，表示连续的、分批次的数据流。在内部，离散流由连续的一系列 RDD 组成，这是 Spark 不可变的分布式数据集，离散流中的每个 RDD 都包含一定时间间隔的数据，如图例 5‑7 所示。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对离散流应用的任何操作都将转换为底层RDD上的操作，例如代码 5‑1将输入流lines通过flatMap()转换为包含单词的离散流words，如下图所示。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DStream编程API由转换或高阶函数组成，并将另一个函数作为参数。在API级别，DStream T是强类型数据结构，表示类型T的数据流。DStream是不可变的，这意味着我们无法在适当位置更改其内容。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其中的元素在时间维度上分为微批，每个微批由 RDD 表示，如图例 5‑7 所示。在执行级别，Spark Streaming 的主要任务是计划和管理数据块的及时收集，并把它们交付给 Spark 核心引擎，再由后者把操作序列应用到数据上，构成应用程序逻辑。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由于离散流由RDD组成，因此转换也适用于每个RDD生成转换后的RDD，然后创建转换后的离散流，每次转换都会创建特定的离散流派生类。与RDD类似，转换允许修改来自输入离散流的数据。离散流支持常规RDD上可用的以元素为中心的转换，这样就在Spark中统一了批处理和流模式之间的开发经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返回一个新的离散流，而RDD结构保持不变。像在RDD中一样，这种转换适合进行大规模并行操作，因为其输入是否处于特定位置相对于其余数据并不重要。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flatmap()不返回U类型的元素，而是返回一个TraversableOnceU类型，所有Scala集合都实现了TraversableOnce接口，可用作此函数的目标类型。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就像在RDD上定义的同名函数一样，使我们可以直接在RDD的每个分区上应用映射操作，结果产生一个新的DStream U。也可以理解成，某些逻辑不会对每个元素重复执行，而是会对处理数据的每个执行器执行一次。一个经典的示例是初始化随机数生成器，然后将其用于分区上的每个元素，可通过IteratorT访问。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并重用此类资源来处理每个输入元素。另一个优点是，初始化代码直接在执行程序上运行，使我们可以在分布式计算过程中使用不可序列化的库。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回顾上面的代码，我们看到这些转换操作是针对单个元素进行的，例如经典的map()，filter()等。这些操作遵循相同的分布式执行原则，并遵守相同的序列化约束。还有一些操作，例如transform()和foreachRDD()，它们是针对RDD而不是元素进行操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 Streaming 为 transform() 提供了两种函数签名：一种只接收当前批次的 RDD[T]，另一种同时接收 RDD[T] 与批次时间 Time。它的价值在于：当 DStream API 本身没有直接暴露某个操作时，我们仍然可以退回到底层 RDD 级别处理。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transform() 方法的运行结果。使用 docker exec 命令进入容器后，在另一终端运行 Spark 应用程序并观察结果。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flatMap 的关键不是做了遍历，而是把一对多的展开放进计算链路。很多词频统计、日志拆词和明细展开都依赖这一步。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流可以非常容易地与其他流连接。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在代码 5‑11中，由stream1生成的RDD将与stream2生成的RDD相连，默认innerJoin，也可以做leftOuterJoin，rightOuterJoin，fullOuterJoin。另外，在数据流的窗口上进行联接通常是非常有用的。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使用了之前已经说明的transform()操作。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如果外部数据集会随时间变化，也可以在 transform() 中按批次重新读取或更新引用。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在 DStream 上也可以使用 DataFrame 和 SQL、代码 5‑10 和 也可以在表上运行SQL查询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先创建 SparkSession 作为统一入口、先用 SQL 描述需要的查询逻辑 和 通过 action 触发前面的惰性计算真正执行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输出操作允许离散流中的数据推给外部系统，如数据库或文件系统。由于输出操作实际上允许转换后的数据通过外部系统使用，所以它们引发的所有离散流转换的实际执行，类似RDD操作中的动作，目前包括以下输出操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在运行流应用程序的驱动程序节点上，打印离散流中每批数据的前十个元素。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将此离散流的内容另存为文本文件，每个批处理间隔的文件名是根据前缀和后缀prefix-TIME_IN_MS .suffix生成的。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它会在每个批次到来时把当前 RDD 交给 func 处理，因此特别适合把结果写到文件、数据库、消息系统或其他外部服务。需要注意的是，func 本身运行在驱动进程中，而真正的数据处理仍发生在 RDD 的动作触发之后。也正因为它太灵活，foreachRDD 很容易被写成低效甚至不安全的外部输出逻辑，所以下面会专门强调几类常见误区。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例如TCP连接到远程服务器，并用它来将数据发送到远程系统。为此，开发人员可能会不经意地尝试在Spark驱动程序创建一个连接对象，然后尝试使用它在Spark工作节点上保存RDD记录。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流处理系统通常处理实时发生的行动，如社交媒体消息，网页点击、电子商务交易，金融事件或传感器读数也是此类事件的常见例子，我们可能有兴趣查看最近一段时间内发生的事件，例如最后15分钟或最后一个小时，甚至两者都可以。另外，流处理系统应该长时间运行，处理连续的数据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 Streaming提供窗口处理，可让我们在事件的滑动窗口上应用转换，在指定的间隔内创建滑动窗口。每次窗口在源离散流上滑动时，落入特定窗口的RDD将被合并和操作产生窗口化离散流，下图说明了这个滑动窗口。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如图例 5‑7 所示，每当窗口滑过源离散流时，落在窗口内的源 RDD 会被组合起来并进行操作，这样就产生窗口化的离散流。图中的操作使用最近 3 个时间单位的窗口数据，并以 2 个时间单位滑动这个窗口，因此任何窗口操作都需要指定两个参数。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表示窗口持续时间，图例 5‑9 中为 3。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表示执行窗口操作的时间间隔，图例 5‑9 中为 2。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图例 5‑9 中源离散流的批次间隔为 1。下面继续扩展前面的示例（代码 5‑1），演示如何在持续 30 秒的数据上每隔 10 秒生成一次单词统计。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Streaming提供窗口处理，可让我们在事件的滑动窗口上应用转换，在指定的间隔内创建滑动窗口。每次窗口在源离散流上滑动时，落入特定窗口的RDD将被合并和操作产生窗口化离散流，下图说明了这个滑动窗口。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无状态转换只关心当前这个微批内部的数据。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每一批的处理结果都不依赖前一批发生过什么。有状态转换则不同，它需要把前面批次中累积下来的信息一起带入当前计算，例如窗口统计、累计计数、会话状态或其他跨批次聚合。countByValueAndWindow()、reduceByKeyAndWindow()、mapWithState()、updateStateByKey() 都属于这一类。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许多复杂的数据流处理管道必须在一段时间内保持状态，例如需要实时了解网站上的用户行为，则必须将网站上每个用户会话的信息保持为持久状态，并根据用户的操作持续更新此状态，这种有状态的数据流式计算可以使用其updateStateByKey()操作实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返回一个新的“状态”离散流，其中更新每个键的状态，通过在这个键上先前状态和这个键的新值上应用给定的方法。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updateFunc：状态更新方法。请注意，该方法可能会使用与输入键不同的键生成不同的元组。所以，键可能以这种方式被删除或添加键。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flatMap 的关键不是做了遍历，而是把一对多的展开放进计算链路。很多词频统计、日志拆词和明细展开都依赖这一步。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先创建 SparkSession 作为统一入口。只要把这一步的输入、输出和作用说清楚，后面的内容就容易接上。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Streaming 是基于离散流构建的，离散流是数据流的一种基本抽象</a:t>
            </a:r>
          </a:p>
          <a:p>
            <a:pPr lvl="0"/>
            <a:r>
              <a:rPr/>
              <a:t>图例 5‑7 一定时间段的数据流</a:t>
            </a:r>
          </a:p>
          <a:p>
            <a:pPr lvl="0"/>
            <a:r>
              <a:rPr/>
              <a:t>代码 5‑1将输入流lines通过flatMap</a:t>
            </a:r>
          </a:p>
          <a:p>
            <a:pPr lvl="0"/>
            <a:r>
              <a:rPr/>
              <a:t>图例 5‑8 对每个时间段的数据进行转换操作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离散流的操作</a:t>
            </a:r>
          </a:p>
          <a:p>
            <a:pPr lvl="0"/>
            <a:r>
              <a:rPr/>
              <a:t>基本操作</a:t>
            </a:r>
          </a:p>
          <a:p>
            <a:pPr lvl="0"/>
            <a:r>
              <a:rPr/>
              <a:t>transform</a:t>
            </a:r>
          </a:p>
          <a:p>
            <a:pPr lvl="0"/>
            <a:r>
              <a:rPr/>
              <a:t>连接操作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SQL操作</a:t>
            </a:r>
          </a:p>
          <a:p>
            <a:pPr lvl="0"/>
            <a:r>
              <a:rPr/>
              <a:t>输出操作</a:t>
            </a:r>
          </a:p>
          <a:p>
            <a:pPr lvl="0"/>
            <a:r>
              <a:rPr/>
              <a:t>窗口操作</a:t>
            </a:r>
          </a:p>
          <a:p>
            <a:pPr lvl="0"/>
            <a:r>
              <a:rPr/>
              <a:t>有状态转换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Streaming 是基于离散流构建的，离散流是数据流的一种基本抽象</a:t>
            </a:r>
          </a:p>
          <a:p>
            <a:pPr lvl="0"/>
            <a:r>
              <a:rPr/>
              <a:t>图例 5‑7 一定时间段的数据流</a:t>
            </a:r>
          </a:p>
          <a:p>
            <a:pPr lvl="0"/>
            <a:r>
              <a:rPr/>
              <a:t>代码 5‑1将输入流lines通过flatMap</a:t>
            </a:r>
          </a:p>
          <a:p>
            <a:pPr lvl="0"/>
            <a:r>
              <a:rPr/>
              <a:t>图例 5‑8 对每个时间段的数据进行转换操作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离散流本质上根据时间间隔不断的将数据流划分为较小的块</a:t>
            </a:r>
          </a:p>
          <a:p>
            <a:pPr lvl="0"/>
            <a:r>
              <a:rPr/>
              <a:t>每个离散流中的批代表一个RDD，这句话对吗？</a:t>
            </a:r>
          </a:p>
          <a:p>
            <a:pPr lvl="0"/>
            <a:r>
              <a:rPr/>
              <a:t>DStream将其大部分工作委托给Spark中的基础数据结构RDD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离散流的操作：图示（1）</a:t>
            </a:r>
          </a:p>
        </p:txBody>
      </p:sp>
      <p:pic>
        <p:nvPicPr>
          <p:cNvPr descr="../../md/media/05_stream_processing/media/image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578100"/>
            <a:ext cx="10515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火流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离散流的操作：图示（2）</a:t>
            </a:r>
          </a:p>
        </p:txBody>
      </p:sp>
      <p:pic>
        <p:nvPicPr>
          <p:cNvPr descr="../../md/media/05_stream_processing/media/image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866900"/>
            <a:ext cx="105156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火流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5.6.1 基本操作（1/2）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DStream转换是惰性的，这意味着在系统需要具体化结果之前</a:t>
            </a:r>
          </a:p>
          <a:p>
            <a:pPr lvl="0"/>
            <a:r>
              <a:rPr/>
              <a:t>DStream 是一种数据流的抽象</a:t>
            </a:r>
          </a:p>
          <a:p>
            <a:pPr lvl="0"/>
            <a:r>
              <a:rPr/>
              <a:t>一些常见的转换如下，通过删除隐式参数来简化签名</a:t>
            </a:r>
          </a:p>
          <a:p>
            <a:pPr lvl="0"/>
            <a:r>
              <a:rPr/>
              <a:t>通过传递源离散流的每个元素到函数mapFunc进行运算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5.6.1 基本操作（2/2）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与map类似，但每个输入项可以映射到0个或更多的输出项</a:t>
            </a:r>
          </a:p>
          <a:p>
            <a:pPr lvl="0"/>
            <a:r>
              <a:rPr/>
              <a:t>此函数很有用，因为它使我们可以执行特定于执行器的行为</a:t>
            </a:r>
          </a:p>
          <a:p>
            <a:pPr lvl="0"/>
            <a:r>
              <a:rPr/>
              <a:t>另一个有用的情况是减少昂贵资源（例如服务器或数据库连接）的创建</a:t>
            </a:r>
          </a:p>
          <a:p>
            <a:pPr lvl="0"/>
            <a:r>
              <a:rPr/>
              <a:t>通过仅选择filterFunc返回true的源离散流的记录来返回新的离散流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5.6.2 transform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我们可以与Spark SQL、Spark ML进行交互</a:t>
            </a:r>
          </a:p>
          <a:p>
            <a:pPr lvl="0"/>
            <a:r>
              <a:rPr/>
              <a:t>transform()允许将任意的RDD转换方法应用于离散流</a:t>
            </a:r>
          </a:p>
          <a:p>
            <a:pPr lvl="0"/>
            <a:r>
              <a:rPr/>
              <a:t>它的价值在于：我们仍然可以退回到底层 RDD 级别处理</a:t>
            </a:r>
          </a:p>
          <a:p>
            <a:pPr lvl="0"/>
            <a:r>
              <a:rPr/>
              <a:t>我们可以参考代码 5‑2 和代码 5‑3 的执行过程来验证上面的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5.6.2 transform：代码片段（1/2）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flatMap 把一条记录展开成多个元素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在分组后做聚合计算得到指标结果</a:t>
            </a:r>
          </a:p>
          <a:p>
            <a:pPr lvl="0"/>
            <a:r>
              <a:rPr/>
              <a:t>先过滤出真正要参与计算的数据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SparkConf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StreamingContext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TransformFilterWord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args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Unit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setMaster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"local[2]"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"TransformFilterWord"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socketTextStream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"localhost"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9999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flatMap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pairs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5.6.2 transform：代码片段（2/2）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spark-submit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TransformFilterWord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/data/application/simple-streaming/target/scala-2.13/simple-streaming_2.13-0.1.jar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localhost 9999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5.6.3 连接操作（1/2）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值得强调的是可以轻松地在Spark 数据流中执行不同种类的连接</a:t>
            </a:r>
          </a:p>
          <a:p>
            <a:pPr lvl="0"/>
            <a:r>
              <a:rPr/>
              <a:t>代码 5‑7</a:t>
            </a:r>
          </a:p>
          <a:p>
            <a:pPr lvl="0"/>
            <a:r>
              <a:rPr/>
              <a:t>也可以做leftOuterJoin</a:t>
            </a:r>
          </a:p>
          <a:p>
            <a:pPr lvl="0"/>
            <a:r>
              <a:rPr/>
              <a:t>代码 5‑8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5.6.3 连接操作（2/2）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这是另一个连接窗口流与数据集的例子</a:t>
            </a:r>
          </a:p>
          <a:p>
            <a:pPr lvl="0"/>
            <a:r>
              <a:rPr/>
              <a:t>代码 5‑9</a:t>
            </a:r>
          </a:p>
          <a:p>
            <a:pPr lvl="0"/>
            <a:r>
              <a:rPr/>
              <a:t>因为该函数会在每个批次间隔上重新执行，所以它拿到的始终是当前那一版数据集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5.6.3 连接操作：代码片段（1/3）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stream1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DStream\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String\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stream2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DStream\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String\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joinedStream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stream2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5.6.3 连接操作：代码片段（2/3）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windowedStream1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windowedStream2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Minutes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joinedStream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windowedStream1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windowedStream2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5.6.3 连接操作：代码片段（3/3）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windowedStream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joinedStream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windowedStream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transform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5.6.4 SQL操作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DStream 上也可以使用 DataFrame 和 SQL</a:t>
            </a:r>
          </a:p>
          <a:p>
            <a:pPr lvl="0"/>
            <a:r>
              <a:rPr/>
              <a:t>代码 5‑10</a:t>
            </a:r>
          </a:p>
          <a:p>
            <a:pPr lvl="0"/>
            <a:r>
              <a:rPr/>
              <a:t>也可以在表上运行SQL查询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5.6.4 SQL操作：代码片段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/>
            <a:r>
              <a:rPr/>
              <a:t>先用 SQL 描述需要的查询逻辑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DStream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Get the singleton instance of SparkSession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config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getConf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implicits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Convert RDD[String] to DataFrame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Create a temporary view</a:t>
            </a:r>
            <a:br/>
            <a:r>
              <a:rPr>
                <a:latin typeface="Courier"/>
              </a:rPr>
              <a:t>  wordsDataFrame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5.6.5 输出操作（1/2）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目前包括以下输出操作</a:t>
            </a:r>
          </a:p>
          <a:p>
            <a:pPr lvl="0"/>
            <a:r>
              <a:rPr/>
              <a:t>这对开发和调试很有用</a:t>
            </a:r>
          </a:p>
          <a:p>
            <a:pPr lvl="0"/>
            <a:r>
              <a:rPr/>
              <a:t>每个批处理间隔的文件名是根据前缀和后缀prefix-TIME_IN_MS</a:t>
            </a:r>
          </a:p>
          <a:p>
            <a:pPr lvl="0"/>
            <a:r>
              <a:rPr/>
              <a:t>foreachRDD(func) 是 DStream 最通用的输出运算符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5.6.5 输出操作（2/2）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常常将数据写入到外部系统需要创建一个连接对象</a:t>
            </a:r>
          </a:p>
          <a:p>
            <a:pPr lvl="0"/>
            <a:r>
              <a:rPr/>
              <a:t>代码 5‑11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5.6.5 输出操作：代码片段（1/4）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常常将数据写入到外部系统需要创建一个连接对象</a:t>
            </a:r>
          </a:p>
          <a:p>
            <a:pPr lvl="0" indent="0">
              <a:buNone/>
            </a:pP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connection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createNewConnection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executed at the driver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record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connection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record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executed at the worker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5.6.5 输出操作：代码片段（2/4）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5‑13是不正确的</a:t>
            </a:r>
          </a:p>
          <a:p>
            <a:pPr lvl="0" indent="0">
              <a:buNone/>
            </a:pP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record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connection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createNewConnection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connection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record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connection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close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5.6.5 输出操作：代码片段（3/4）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通常情况下</a:t>
            </a:r>
          </a:p>
          <a:p>
            <a:pPr lvl="0" indent="0">
              <a:buNone/>
            </a:pP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foreachPartition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partitionOfRecords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connection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createNewConnection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partitionOfRecords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record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connection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record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connection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close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5.6.5 输出操作：代码片段（4/4）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上面的代码进行摊销多条记录建立连接的开销。最后</a:t>
            </a:r>
          </a:p>
          <a:p>
            <a:pPr lvl="0" indent="0">
              <a:buNone/>
            </a:pPr>
            <a:r>
              <a:rPr>
                <a:latin typeface="Courier"/>
              </a:rPr>
              <a:t>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foreachPartition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partitionOfRecords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ConnectionPool is a static, lazily initialized pool of connections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connection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ConnectionPool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getConnection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partitionOfRecords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record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connection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record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ConnectionPool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returnConnection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connection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return to the pool for future reuse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5.6.6 窗口操作（1/2）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金融事件或传感器读数也是此类事件的常见例子</a:t>
            </a:r>
          </a:p>
          <a:p>
            <a:pPr lvl="0"/>
            <a:r>
              <a:rPr/>
              <a:t>下图说明了这个滑动窗口</a:t>
            </a:r>
          </a:p>
          <a:p>
            <a:pPr lvl="0"/>
            <a:r>
              <a:rPr/>
              <a:t>图例 5‑9 Spark流的窗口操作</a:t>
            </a:r>
          </a:p>
          <a:p>
            <a:pPr lvl="0"/>
            <a:r>
              <a:rPr/>
              <a:t>图中的操作使用最近 3 个时间单位的窗口数据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5.6.6 窗口操作（2/2）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（1）窗口长度（Window Length）</a:t>
            </a:r>
          </a:p>
          <a:p>
            <a:pPr lvl="0"/>
            <a:r>
              <a:rPr/>
              <a:t>（2）滑动间隔（Sliding Interval）</a:t>
            </a:r>
          </a:p>
          <a:p>
            <a:pPr lvl="0"/>
            <a:r>
              <a:rPr/>
              <a:t>这两个参数都必须是源离散流批次间隔的整数倍</a:t>
            </a:r>
          </a:p>
          <a:p>
            <a:pPr lvl="0"/>
            <a:r>
              <a:rPr/>
              <a:t>实现时可以使用 reduceByKeyAndWindow 操作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5.6.6 窗口操作：代码片段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windowedWordCounts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reduceByKeyAndWindow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5.6.6 窗口操作：图示</a:t>
            </a:r>
          </a:p>
        </p:txBody>
      </p:sp>
      <p:pic>
        <p:nvPicPr>
          <p:cNvPr descr="../../md/media/05_stream_processing/media/image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81100" y="1816100"/>
            <a:ext cx="98298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火流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5.6.7 有状态转换（1/2）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DStream 模型里，转换大体可以分成两类：无状态转换和有状态转换</a:t>
            </a:r>
          </a:p>
          <a:p>
            <a:pPr lvl="0"/>
            <a:r>
              <a:rPr/>
              <a:t>只要计算结果需要记住过去的某些状态，就应该把它看成有状态处理</a:t>
            </a:r>
          </a:p>
          <a:p>
            <a:pPr lvl="0"/>
            <a:r>
              <a:rPr/>
              <a:t>这种有状态的数据流式计算可以使用其updateStateByKey()操作实现</a:t>
            </a:r>
          </a:p>
          <a:p>
            <a:pPr lvl="0"/>
            <a:r>
              <a:rPr/>
              <a:t>这可以用来维护每个键的任意状态数据，参数定义如下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5.6.7 有状态转换（2/2）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S：状态类型</a:t>
            </a:r>
          </a:p>
          <a:p>
            <a:pPr lvl="0"/>
            <a:r>
              <a:rPr/>
              <a:t>开发人员决定是否记住分区器，尽管键被改变了</a:t>
            </a:r>
          </a:p>
          <a:p>
            <a:pPr lvl="0"/>
            <a:r>
              <a:rPr/>
              <a:t>partitioner：用于控制新离散流中每个RDD分区的分区器</a:t>
            </a:r>
          </a:p>
          <a:p>
            <a:pPr lvl="0"/>
            <a:r>
              <a:rPr/>
              <a:t>rememberPartitioner：是否记住生成的RDD中的分区对象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5.6.7 有状态转换：代码片段（1/4）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flatMap 把一条记录展开成多个元素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SparkConf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streaming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StreamingContext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StatefulNetworkWordCount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args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Unit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setMaster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"local[2]"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"StatefulNetworkWordCount"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 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checkpoint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"."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socketTextStream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"localhost"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9999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flatMap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5.6.7 有状态转换：代码片段（2/4）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spark-submit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StatefulNetworkWordCount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/data/application/simple-streaming/target/scala-2.13/simple-streaming_2.13-0.1.jar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localhost 9999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5.6.7 有状态转换：代码片段（3/4）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Function to create and setup a new StreamingContext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functionToCreateContext</a:t>
            </a:r>
            <a:r>
              <a:rPr>
                <a:solidFill>
                  <a:srgbClr val="666666"/>
                </a:solidFill>
                <a:latin typeface="Courier"/>
              </a:rPr>
              <a:t>():</a:t>
            </a:r>
            <a:r>
              <a:rPr>
                <a:latin typeface="Courier"/>
              </a:rPr>
              <a:t> StreamingContext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(...)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new context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socketTextStream</a:t>
            </a:r>
            <a:r>
              <a:rPr>
                <a:solidFill>
                  <a:srgbClr val="666666"/>
                </a:solidFill>
                <a:latin typeface="Courier"/>
              </a:rPr>
              <a:t>(...)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create DStreams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 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checkpoint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checkpointDirectory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set checkpoint directory</a:t>
            </a:r>
            <a:br/>
            <a:r>
              <a:rPr>
                <a:latin typeface="Courier"/>
              </a:rPr>
              <a:t>  ssc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Get StreamingContext from checkpoint data or create a new one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StreamingContext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checkpointDirectory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5.6.7 有状态转换：代码片段（4/4）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WordBlacklist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@volatile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instance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Broadcast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getInstance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SparkContext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Broadcast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instance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synchronized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instance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wordBlacklist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instance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wordBlacklist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2026-04-05T02:24:50Z</dcterms:created>
  <dcterms:modified xsi:type="dcterms:W3CDTF">2026-04-05T02:24:50Z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