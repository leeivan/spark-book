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8" Type="http://schemas.openxmlformats.org/officeDocument/2006/relationships/theme" Target="theme/theme1.xml" /><Relationship Id="rId7" Type="http://schemas.openxmlformats.org/officeDocument/2006/relationships/viewProps" Target="viewProps.xml" /><Relationship Id="rId6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流处理为什么要面对无界数据、触发机制和持续输出。事件时间、水位线、状态与 checkpoint 如何共同决定结果正确性。在 Spark 4.x 中为什么应优先使用 Structured Streaming，而把 DStream 视为历史兼容材料。 接下来会顺着 本章先看懂什么 和 一个最小例子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想象线上系统不断往 Kafka 写入日志，我们希望每分钟统计一次 ERROR 日志数量，一旦某个服务在短时间内报错激增，就立刻发出告警。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日志可能晚到，所以要考虑事件时间和水位线，再看 先把这条最短链路跑通，后面再理解状态管理和容错就会轻松很多。把这两步连起来讲清楚，页面内容和后面的实现流程就能对上。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5.1 本章先看懂什么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流处理为什么要面对无界数据、触发机制和持续输出</a:t>
            </a:r>
          </a:p>
          <a:p>
            <a:pPr lvl="0"/>
            <a:r>
              <a:rPr/>
              <a:t>事件时间、水位线、状态与 checkpoint 如何共同决定结果正确性</a:t>
            </a:r>
          </a:p>
          <a:p>
            <a:pPr lvl="0"/>
            <a:r>
              <a:rPr/>
              <a:t>把 DStream 视为历史兼容材料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表面上看，这只是“读一条流、做一次聚合、把结果写出去”</a:t>
            </a:r>
          </a:p>
          <a:p>
            <a:pPr lvl="0"/>
            <a:r>
              <a:rPr/>
              <a:t>只要日志是持续到达的，这件事就天然变成了流处理问题</a:t>
            </a:r>
          </a:p>
          <a:p>
            <a:pPr lvl="0"/>
            <a:r>
              <a:rPr/>
              <a:t>这个最小例子之所以适合作为入口，是因为它刚好把流处理最关键的几件事连在了一起：数据不会一次性到齐，所以要持续读</a:t>
            </a:r>
          </a:p>
          <a:p>
            <a:pPr lvl="0"/>
            <a:r>
              <a:rPr/>
              <a:t>结果要不断更新，所以要有触发机制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日志可能晚到，所以要考虑事件时间和水位线</a:t>
            </a:r>
          </a:p>
          <a:p>
            <a:pPr lvl="0"/>
            <a:r>
              <a:rPr/>
              <a:t>先把这条最短链路跑通，后面再理解状态管理和容错就会轻松很多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2026-04-05T02:24:40Z</dcterms:created>
  <dcterms:modified xsi:type="dcterms:W3CDTF">2026-04-05T02:24:40Z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