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notesMaster" Target="notesMasters/notesMaster1.xml" /><Relationship Id="rId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本节同样属于两种 API 共享的基础知识。流处理中真正困难的不是“数据持续到来”，而是“事件发生的时间”和“系统看到事件的时间”往往不是同一个时间。 接下来重点看 理解时间，先把这一节要处理的对象和关键步骤放稳。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5.4 理解时间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本节同样属于两种 API 共享的基础知识</a:t>
            </a:r>
          </a:p>
          <a:p>
            <a:pPr lvl="0"/>
            <a:r>
              <a:rPr/>
              <a:t>批处理面对的是有界数据集，作业启动时数据规模通常已经确定</a:t>
            </a:r>
          </a:p>
          <a:p>
            <a:pPr lvl="0"/>
            <a:r>
              <a:rPr/>
              <a:t>流处理面对的是无界数据流，只要上游还在产生事件，计算就需要持续运行</a:t>
            </a:r>
          </a:p>
          <a:p>
            <a:pPr lvl="0"/>
            <a:r>
              <a:rPr/>
              <a:t>理解时间语义是流处理的核心基础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2026-04-05T02:24:43Z</dcterms:created>
  <dcterms:modified xsi:type="dcterms:W3CDTF">2026-04-05T02:24:43Z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