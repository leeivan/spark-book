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Overrid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74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4995"/>
    <p:restoredTop autoAdjust="0" sz="73134"/>
  </p:normalViewPr>
  <p:slideViewPr>
    <p:cSldViewPr snapToGrid="0" snapToObjects="1">
      <p:cViewPr varScale="1">
        <p:scale>
          <a:sx d="100" n="111"/>
          <a:sy d="100" n="111"/>
        </p:scale>
        <p:origin x="594" y="114"/>
      </p:cViewPr>
      <p:guideLst>
        <p:guide orient="horz" pos="2160"/>
        <p:guide pos="3840"/>
      </p:guideLst>
    </p:cSldViewPr>
  </p:slideViewPr>
  <p:notesTextViewPr>
    <p:cViewPr>
      <p:scale>
        <a:sx d="100" n="125"/>
        <a:sy d="100" n="125"/>
      </p:scale>
      <p:origin x="0" y="0"/>
    </p:cViewPr>
  </p:notesTextViewPr>
  <p:sorterViewPr>
    <p:cViewPr>
      <p:scale>
        <a:sx d="100" n="66"/>
        <a:sy d="100" n="66"/>
      </p:scale>
      <p:origin x="0" y="0"/>
    </p:cViewPr>
  </p:sorterViewPr>
  <p:notesViewPr>
    <p:cSldViewPr snapToGrid="0" snapToObjects="1">
      <p:cViewPr varScale="1">
        <p:scale>
          <a:sx d="100" n="74"/>
          <a:sy d="100" n="74"/>
        </p:scale>
        <p:origin x="3528" y="192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notesMaster" Target="notesMasters/notesMaster1.xml" /><Relationship Id="rId7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theme" Target="theme/theme1.xml" /><Relationship Id="rId5" Type="http://schemas.openxmlformats.org/officeDocument/2006/relationships/viewProps" Target="viewProps.xml" /><Relationship Id="rId4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3BC92-6832-A747-B637-CA8F71133A4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9B7EA9-A690-144F-BA16-8B1F010DD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39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本章沿着“先理解执行，再观察现象，最后做有证据的优化”这条线，介绍了 Spark 作业的执行模型、Shuffle 与统一内存机制、Web UI 的主要观察入口，以及序列化、缓存、并行度、广播变量和数据局部性这些常见调优抓手。 接下来重点看 小结，先把这一节要处理的对象和关键步骤放稳。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CABF76-9C2F-D371-903D-E97C0E1B9C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2F9890-10D8-CB5F-B6C5-6AA3D4B95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913E87-A25C-F596-9980-BB331ACDF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3217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A5FF4F-7DD0-1B50-1776-21D6767FE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660517-C7E1-2345-BAEE-7DE4EEC41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ADE76A-020F-D5F0-0BC4-B610078D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570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3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040073-8706-9CF2-AB5C-43344524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962" y="1709738"/>
            <a:ext cx="1007848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B6A5AA-2CE0-7F97-999B-C5F0DDBAC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8962" y="4589463"/>
            <a:ext cx="10078488" cy="1500187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106CB1-EA12-800C-FE5D-A580F81038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20A361-2D0D-58AE-A643-51A378977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87CFBA-3BD7-C2DF-B3EF-CB4E6125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864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36834E-C79A-EEEC-7C4D-B21EC99CC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CE83A1-72B1-E824-1FEC-9FA81425D1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D04530-5C4D-D318-A728-0F5A61C8A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11C699-0C81-4E34-1FBE-DAF9131B51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C7A728-6EA6-5B23-E109-2190ADC5E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1E736-A63F-E249-DAAD-37544095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756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7B26F5-D101-7F53-EEA6-B180C2D3E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523223-7C55-5B3B-9E25-5DBF0C984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B2B2FF-B432-8FC4-4967-D96BF98AF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1C93D20-432B-7986-DC93-16510407A3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82581EC-B1B9-061F-D484-D2558A5863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A5BF5B-F3CF-47CF-BE24-A37965296F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5CDA27-DD70-2B01-5F59-257B263DA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875554E-B481-827A-280A-5CFE24C3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53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175C2C-5148-B92D-0F2C-01739D3A3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6D78FA-5E3B-1D60-F1DF-9C9D717C3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05D53A-E3B7-A12B-A85C-94087F17F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B9AB23-A358-A513-F247-6668D1A7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027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1C6BA2-220C-C148-07F6-4F9EFDCF0B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964A1C-DA2A-2AFD-30E4-0884A5B01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517830-35C2-8994-A464-96771B00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729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D2CB4-AB0D-17DE-E2B4-209C273FC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F0E53D-7A81-84EB-758C-7F237FBAD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9B1241-8411-8D36-A148-57CE3BE46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E7D7C1-BED9-CCE3-1928-1646D4F172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176011-BC01-0349-F55D-BB6FB8393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A4B918-0508-C574-25D4-E60D9AF29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031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2217CC-6ABA-2E5C-F68E-2016D6773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EF7925F-0C0E-5E47-AB8B-D7C46C5F2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7ACCD2-AA78-6C23-14F6-251A042FD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DF9F0E-8B9C-0C2B-54FC-1914BEC8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F57E80-0D1C-034D-97FC-0F7515CC5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08D629-2887-6D93-5948-37C821477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010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88E821-5A2C-D478-CC69-D9FCF918B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38B5FD-C9D5-1F5D-4127-D4692377A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ADB43B-FD92-40FB-7B50-30ECF4001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BC46E9-B1B0-7A6A-491D-CC69ED647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019B09-F8C1-4ACD-8941-CB6457B59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897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12E23E3-A5B8-E1F3-CCAE-C8FC039869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5ABE13-47FF-9320-0BD9-0213F7FC7B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BB3054-4D7F-3B3B-E1A3-1357944A12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02E990-2169-8BC6-65CE-47FB9207B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2F675A-7299-AC6A-E0D6-3D6A6E15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7382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30727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62639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70949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media/hdphoto1.wdp" Type="http://schemas.microsoft.com/office/2007/relationships/hdphoto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media/image2.png" Type="http://schemas.openxmlformats.org/officeDocument/2006/relationships/image" /><Relationship Id="rId2" Target="../slideLayouts/slideLayout2.xml" Type="http://schemas.openxmlformats.org/officeDocument/2006/relationships/slideLayout" /><Relationship Id="rId16" Target="../media/image1.jpeg" Type="http://schemas.openxmlformats.org/officeDocument/2006/relationships/image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theme/theme1.xml" Type="http://schemas.openxmlformats.org/officeDocument/2006/relationships/theme" /><Relationship Id="rId10" Target="../slideLayouts/slideLayout10.xml" Type="http://schemas.openxmlformats.org/officeDocument/2006/relationships/slideLayout" /><Relationship Id="rId19" Target="../media/image3.png" Type="http://schemas.openxmlformats.org/officeDocument/2006/relationships/imag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6">
            <a:alphaModFix amt="20000"/>
            <a:lum/>
          </a:blip>
          <a:srcRect/>
          <a:stretch>
            <a:fillRect b="-17000" t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714DF98-5C64-7150-9E37-0A26AD552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5519"/>
            <a:ext cx="10515600" cy="584775"/>
          </a:xfrm>
          <a:prstGeom prst="rect">
            <a:avLst/>
          </a:prstGeom>
          <a:noFill/>
        </p:spPr>
        <p:txBody>
          <a:bodyPr anchor="ctr" bIns="45720" lIns="91440" rIns="91440" rtlCol="0" tIns="45720" vert="horz" wrap="square">
            <a:sp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altLang="en-US" dirty="0" lang="zh-CN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1ED77A-6F56-8189-29CB-B4EB20CA5FD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dirty="0" lang="zh-CN"/>
              <a:t>单击此处编辑母版文本样式</a:t>
            </a:r>
          </a:p>
          <a:p>
            <a:pPr lvl="1"/>
            <a:r>
              <a:rPr altLang="en-US" dirty="0" lang="zh-CN"/>
              <a:t>二级</a:t>
            </a:r>
          </a:p>
          <a:p>
            <a:pPr lvl="2"/>
            <a:r>
              <a:rPr altLang="en-US" dirty="0" lang="zh-CN"/>
              <a:t>三级</a:t>
            </a:r>
          </a:p>
          <a:p>
            <a:pPr lvl="3"/>
            <a:r>
              <a:rPr altLang="en-US" dirty="0" lang="zh-CN"/>
              <a:t>四级</a:t>
            </a:r>
          </a:p>
          <a:p>
            <a:pPr lvl="4"/>
            <a:r>
              <a:rPr altLang="en-US" dirty="0" lang="zh-CN"/>
              <a:t>五级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CC9F776-5292-4839-0068-42EAAE8C7659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0252A6B-D22C-1FFF-7CD7-2797A3B06E02}"/>
              </a:ext>
            </a:extLst>
          </p:cNvPr>
          <p:cNvSpPr txBox="1"/>
          <p:nvPr userDrawn="1"/>
        </p:nvSpPr>
        <p:spPr>
          <a:xfrm>
            <a:off x="266700" y="6358381"/>
            <a:ext cx="7391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altLang="zh-CN" b="1" dirty="0" lang="en-US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Spark</a:t>
            </a:r>
            <a:r>
              <a:rPr altLang="en-US" b="1" dirty="0" lang="zh-CN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大数据处理与分析</a:t>
            </a:r>
            <a:endParaRPr altLang="zh-CN" b="1" dirty="0" lang="en-US" sz="1800">
              <a:solidFill>
                <a:schemeClr val="accent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7A2A7D-0836-8064-84AF-C5C04388AF55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4E42EA9E-7BFF-27BB-8638-431F7EB183E5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631E4-8720-4193-BD91-A57797451EA0}" type="slidenum">
              <a:rPr altLang="en-US" lang="zh-CN" smtClean="0"/>
              <a:t>‹#›</a:t>
            </a:fld>
            <a:endParaRPr altLang="en-US" lang="zh-CN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03D8B6-2E6F-DE3D-066C-D416D1C45132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3160EEE-490B-5030-FED2-0EC36FD18C3B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641C8EA-C930-33E7-0AF8-E3DC8FB99AE6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B5E3EF-301A-2167-0ED5-3367AB2AEFAA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6FC059A-07D8-B100-64B1-92B15B46D551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C829FA-2334-6AE9-EB03-26596912CE91}"/>
              </a:ext>
            </a:extLst>
          </p:cNvPr>
          <p:cNvSpPr/>
          <p:nvPr userDrawn="1"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</p:spTree>
    <p:extLst>
      <p:ext uri="{BB962C8B-B14F-4D97-AF65-F5344CB8AC3E}">
        <p14:creationId xmlns:p14="http://schemas.microsoft.com/office/powerpoint/2010/main" val="196882706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73" r:id="rId14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altLang="en-US" b="1" kern="1200" lang="zh-CN" sz="3200">
          <a:solidFill>
            <a:schemeClr val="tx1">
              <a:lumMod val="85000"/>
              <a:lumOff val="15000"/>
            </a:schemeClr>
          </a:solidFill>
          <a:effectLst>
            <a:reflection algn="bl" blurRad="6350" dir="5400000" dist="25400" endPos="27000" rotWithShape="0" stA="30000" sy="-100000"/>
          </a:effectLst>
          <a:latin typeface="+mn-lt"/>
          <a:ea typeface="+mn-ea"/>
          <a:cs typeface="+mn-ea"/>
        </a:defRPr>
      </a:lvl1pPr>
    </p:titleStyle>
    <p:bodyStyle>
      <a:lvl1pPr algn="l" defTabSz="914400" eaLnBrk="1" hangingPunct="1" indent="-228600" latinLnBrk="0" marL="228600" rtl="0">
        <a:lnSpc>
          <a:spcPct val="114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11.8 小结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以及序列化、缓存、并行度、广播变量和数据局部性这些常见调优抓手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4EB0031E-9AF1-4EF9-947E-CF21025E1F57}" vid="{E1AA6518-1FF8-4BC2-BEB6-E59B2C6B167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Arial</vt:lpstr>
      <vt:lpstr>Calibri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2026-04-05T02:26:12Z</dcterms:created>
  <dcterms:modified xsi:type="dcterms:W3CDTF">2026-04-05T02:26:12Z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