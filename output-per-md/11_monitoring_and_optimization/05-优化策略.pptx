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5" Type="http://schemas.openxmlformats.org/officeDocument/2006/relationships/theme" Target="theme/theme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优化其实不是“把所有参数都调一遍”，而是先判断瓶颈落在什么地方：CPU、网络、内存、序列化，还是数据分布。很多 Spark 作业在数据能够放入内存后，真正的成本会集中到 Shuffle、对象开销和网络传输上。本节主要讨论三件最常见的事情：序列化、内存使用以及并行度和数据局部性。 接下来会依次看 优化策略、数据序列化，以及 内存调优，后面的实现和案例都会沿着这条线继续展开。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11.5 优化策略 的主线串起来，重点包括 优化策略、数据序列化、内存调优，以及 其他方面。先知道每一步要解决什么问题，后面的细节就更容易跟住。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序列化直接影响网络传输、磁盘落盘和缓存占用。对象越大、编码越低效，Shuffle 和持久化的成本就越高。所以，当任务明显受网络或内存压力影响时，序列化往往是最先值得检查的一环。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默认情况下，Spark 可以使用 Java 的 ObjectOutputStream 体系序列化对象。它的优点是兼容性强，只要对象实现了 java.io.Serializable 基本就能工作。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也支持 Kryo。与 Java 序列化相比，Kryo 通常更紧凑、也更高效，因此在网络密集型或缓存密集型场景里更值得优先考虑。它的代价是：为了获得最好效果，通常需要提前注册自定义类型。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如果要显式切换到 Kryo，可以在 SparkConf 中设置 spark.serializer=org.apache.spark.serializer.KryoSerializer。这个配置不仅影响节点之间的数据传输，也会影响RDD落盘时的序列化方式。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这一句把应用和底层计算资源连起来。只有先拿到上下文对象，后面的 RDD 创建、任务提交和分布式执行才有承载入口。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以及垃圾回收是否已经开始反过来拖慢任务。Java / Scala 对象虽然使用方便，但真实内存开销往往明显大于字段本身，常见原因包括。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例如 HashMap、LinkedList 这类结构会引入显著的对象头与引用开销。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、java.lang.Long 这类对象，内存占用也会明显上升。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会为很多操作推断默认并行度，例如文件输入、groupByKey、reduceByKey 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必要时也可以通过算子参数或 spark.default.parallelism 显式覆盖。经验上，常见起点是让每个 CPU 内核对应 2 到 3 个任务，再结合任务耗时和 Shuffle 情况继续调。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有时候看到 OutOfMemory，并不意味着整个RDD放不下，而是某个单独任务的工作集太大，例如 groupByKey 或 join 在单个分区上聚集了过多数据。这时最直接的办法往往是提高并行度、缩小单任务输入规模，或者从源头上减少数据倾斜与不必要的聚合压力。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如果任务依赖驱动程序上的大对象，例如静态字典、维表快照或规则集，通常应优先考虑把它们做成广播变量。Spark UI 和日志里也能看到任务序列化大小，这些信息有助于判断闭包是否已经过大，以及某个“大对象是不是正在被重复发送”。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数据局部性会直接影响作业性能。原则很简单：尽量让计算靠近数据，而不是让大块数据在网络里来回移动。通常代码比数据小得多，所以 Spark 的调度策略会尽量优先选择“更靠近数据”的执行位置。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 优化策略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本节主要讨论三件最常见的事情：序列化、内存使用以及并行度和数据局部性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 优化策略：学习路线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优化策略</a:t>
            </a:r>
          </a:p>
          <a:p>
            <a:pPr lvl="0"/>
            <a:r>
              <a:rPr/>
              <a:t>数据序列化</a:t>
            </a:r>
          </a:p>
          <a:p>
            <a:pPr lvl="0"/>
            <a:r>
              <a:rPr/>
              <a:t>内存调优</a:t>
            </a:r>
          </a:p>
          <a:p>
            <a:pPr lvl="0"/>
            <a:r>
              <a:rPr/>
              <a:t>其他方面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11.5.1 数据序列化（1/2）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常见的两类序列化方式如下</a:t>
            </a:r>
          </a:p>
          <a:p>
            <a:pPr lvl="0"/>
            <a:r>
              <a:rPr/>
              <a:t>Java序列化</a:t>
            </a:r>
          </a:p>
          <a:p>
            <a:pPr lvl="0"/>
            <a:r>
              <a:rPr/>
              <a:t>Spark 可以使用 Java 的 ObjectOutputStream</a:t>
            </a:r>
          </a:p>
          <a:p>
            <a:pPr lvl="0"/>
            <a:r>
              <a:rPr/>
              <a:t>缺点是编码通常较大、速度也偏慢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11.5.1 数据序列化（2/2）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Kryo序列化</a:t>
            </a:r>
          </a:p>
          <a:p>
            <a:pPr lvl="0"/>
            <a:r>
              <a:rPr/>
              <a:t>它的代价是：通常需要提前注册自定义类型</a:t>
            </a:r>
          </a:p>
          <a:p>
            <a:pPr lvl="0"/>
            <a:r>
              <a:rPr/>
              <a:t>对于包含简单类型、数组或字符串的常见数据结构，Spark 内部已经做了不少优化</a:t>
            </a:r>
          </a:p>
          <a:p>
            <a:pPr lvl="0"/>
            <a:r>
              <a:rPr/>
              <a:t>如果应用里存在大量自定义对象，显式切换到 Kryo 往往仍然值得尝试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11.5.1 数据序列化：代码片段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SparkContext 接入底层执行环境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setMaster</a:t>
            </a:r>
            <a:r>
              <a:rPr>
                <a:solidFill>
                  <a:srgbClr val="666666"/>
                </a:solidFill>
                <a:latin typeface="Courier"/>
              </a:rPr>
              <a:t>(...).</a:t>
            </a:r>
            <a:r>
              <a:rPr>
                <a:solidFill>
                  <a:srgbClr val="06287E"/>
                </a:solidFill>
                <a:latin typeface="Courier"/>
              </a:rPr>
              <a:t>setAppName</a:t>
            </a:r>
            <a:r>
              <a:rPr>
                <a:solidFill>
                  <a:srgbClr val="666666"/>
                </a:solidFill>
                <a:latin typeface="Courier"/>
              </a:rPr>
              <a:t>(...)</a:t>
            </a:r>
            <a:br/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registerKryoClasses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MyClass1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MyClass2</a:t>
            </a:r>
            <a:r>
              <a:rPr>
                <a:solidFill>
                  <a:srgbClr val="666666"/>
                </a:solidFill>
                <a:latin typeface="Courier"/>
              </a:rPr>
              <a:t>]))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11.5.2 内存调优（1/2）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内存调优可以先抓住三个问题：对象本身占了多少空间、这些对象访问起来是否高效</a:t>
            </a:r>
          </a:p>
          <a:p>
            <a:pPr lvl="0"/>
            <a:r>
              <a:rPr/>
              <a:t>（1）每个 Java 对象都有对象头和额外元数据</a:t>
            </a:r>
          </a:p>
          <a:p>
            <a:pPr lvl="0"/>
            <a:r>
              <a:rPr/>
              <a:t>当对象本身只装很少字段时，这部分开销可能反而比有效数据还大</a:t>
            </a:r>
          </a:p>
          <a:p>
            <a:pPr lvl="0"/>
            <a:r>
              <a:rPr/>
              <a:t>（2）字符串除了字符内容本身，还会带来数组、长度和编码等额外开销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11.5.2 内存调优（2/2）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当字段很多且字符串较短时，这类隐性成本会很可观</a:t>
            </a:r>
          </a:p>
          <a:p>
            <a:pPr lvl="0"/>
            <a:r>
              <a:rPr/>
              <a:t>（3）通用集合类往往伴随额外包装对象和指针</a:t>
            </a:r>
          </a:p>
          <a:p>
            <a:pPr lvl="0"/>
            <a:r>
              <a:rPr/>
              <a:t>（4）原始类型一旦被装箱成 java.lang.Integer</a:t>
            </a:r>
          </a:p>
          <a:p>
            <a:pPr lvl="0"/>
            <a:r>
              <a:rPr/>
              <a:t>确定内存消耗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11.5.2 内存调优：代码片段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./bin/spark-submit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 app"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--master</a:t>
            </a:r>
            <a:r>
              <a:rPr>
                <a:latin typeface="Courier"/>
              </a:rPr>
              <a:t> local</a:t>
            </a:r>
            <a:r>
              <a:rPr>
                <a:solidFill>
                  <a:srgbClr val="BC7A00"/>
                </a:solidFill>
                <a:latin typeface="Courier"/>
              </a:rPr>
              <a:t>[</a:t>
            </a:r>
            <a:r>
              <a:rPr>
                <a:solidFill>
                  <a:srgbClr val="BB6688"/>
                </a:solidFill>
                <a:latin typeface="Courier"/>
              </a:rPr>
              <a:t>4</a:t>
            </a:r>
            <a:r>
              <a:rPr>
                <a:solidFill>
                  <a:srgbClr val="BC7A00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spark.eventLog.enabled=false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--conf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"spark.executor.extraJavaOptions=-verbose:gc -XX:+PrintGCDetails -XX:+PrintGCTimeStamps"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myApp.jar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11.5.3 其他方面（1/2）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如果并行度设置得太低，再多的机器也跑不满</a:t>
            </a:r>
          </a:p>
          <a:p>
            <a:pPr lvl="0"/>
            <a:r>
              <a:rPr/>
              <a:t>如果并行度过高，又会引入额外调度开销</a:t>
            </a:r>
          </a:p>
          <a:p>
            <a:pPr lvl="0"/>
            <a:r>
              <a:rPr/>
              <a:t>常见起点是让每个 CPU 内核对应 2 到 3 个任务</a:t>
            </a:r>
          </a:p>
          <a:p>
            <a:pPr lvl="0"/>
            <a:r>
              <a:rPr/>
              <a:t>这时最直接的办法往往是提高并行度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11.5.3 其他方面（2/2）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广播变量可以显著减少任务闭包大小和重复网络传输</a:t>
            </a:r>
          </a:p>
          <a:p>
            <a:pPr lvl="0"/>
            <a:r>
              <a:rPr/>
              <a:t>数据局部性</a:t>
            </a:r>
          </a:p>
          <a:p>
            <a:pPr lvl="0"/>
            <a:r>
              <a:rPr/>
              <a:t>原则很简单：不是让大块数据在网络里来回移动</a:t>
            </a:r>
          </a:p>
          <a:p>
            <a:pPr lvl="0"/>
            <a:r>
              <a:rPr/>
              <a:t>Spark 会按从近到远的顺序区分几个局部性级别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2026-04-05T02:26:08Z</dcterms:created>
  <dcterms:modified xsi:type="dcterms:W3CDTF">2026-04-05T02:26:08Z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