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1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9" Type="http://schemas.openxmlformats.org/officeDocument/2006/relationships/theme" Target="theme/theme1.xml" /><Relationship Id="rId8" Type="http://schemas.openxmlformats.org/officeDocument/2006/relationships/viewProps" Target="viewProps.xml" /><Relationship Id="rId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内存问题在 Spark 调优里很常见，但真正值得关心的通常不是“背参数”，而是先判断压力到底来自哪里: 是 Shuffle 缓冲区太大、缓存占用过多、对象表示太重，还是 Driver / Executor 堆本身就不够。本节会先用统一内存模型解释 Spark 如何管理堆内存，再说明哪些现象更适合从缓存策略、对象表示、序列化和 GC 行为去排查。 接下来重点看 内存管理，先把这一节要处理的对象和关键步骤放稳。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内存问题在 Spark 调优里很常见、通常可以先从两类用途来理解 和 当执行侧压力较小时，存储侧可以占用更多空间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剩余空间主要留给用户对象、Spark 内部元数据以及处理异常大记录时的安全余量。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它可以理解为存储内存中的一个保留阈值，使缓存块不至于过早被执行侧挤掉。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从Spark 1.6.0开始，Spark把早期较固定的内存划分方式切换到了统一内存模型（UnifiedMemoryManager）。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对Spark 4.x读者而言，本书建议把注意力放在统一内存模型本身，也就是“执行内存与存储内存共享同一块可动态伸缩的区域”这一核心机制上。下图展示了这种模型的基本结构。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从Spark 1.6.0开始，Spark把早期较固定的内存划分方式切换到了统一内存模型（UnifiedMemoryManager）。如果你在阅读更老的资料，可能还会看到“Legacy”内存管理的说法。那更多是历史背景。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11.4 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内存问题在 Spark 调优里很常见</a:t>
            </a:r>
          </a:p>
          <a:p>
            <a:pPr lvl="0"/>
            <a:r>
              <a:rPr/>
              <a:t>通常可以先从两类用途来理解</a:t>
            </a:r>
          </a:p>
          <a:p>
            <a:pPr lvl="0"/>
            <a:r>
              <a:rPr/>
              <a:t>当执行侧压力较小时，存储侧可以占用更多空间</a:t>
            </a:r>
          </a:p>
          <a:p>
            <a:pPr lvl="0"/>
            <a:r>
              <a:rPr/>
              <a:t>当执行侧需要更多空间时，又可以向存储侧借用一部分容量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11.4 内存管理（1/2）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内存问题在 Spark 调优里很常见</a:t>
            </a:r>
          </a:p>
          <a:p>
            <a:pPr lvl="0"/>
            <a:r>
              <a:rPr/>
              <a:t>通常可以先从两类用途来理解</a:t>
            </a:r>
          </a:p>
          <a:p>
            <a:pPr lvl="0"/>
            <a:r>
              <a:rPr/>
              <a:t>当执行侧压力较小时，存储侧可以占用更多空间</a:t>
            </a:r>
          </a:p>
          <a:p>
            <a:pPr lvl="0"/>
            <a:r>
              <a:rPr/>
              <a:t>当执行侧需要更多空间时，又可以向存储侧借用一部分容量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11.4 内存管理（2/2）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表示 M 在可用堆中的占比，默认值通常为 0.6</a:t>
            </a:r>
          </a:p>
          <a:p>
            <a:pPr lvl="0"/>
            <a:r>
              <a:rPr/>
              <a:t>表示 R 在 M 中的占比，默认值通常为 0.5</a:t>
            </a:r>
          </a:p>
          <a:p>
            <a:pPr lvl="0"/>
            <a:r>
              <a:rPr/>
              <a:t>如果你在阅读更老的资料，可能还会看到“Legacy”内存管理的说法</a:t>
            </a:r>
          </a:p>
          <a:p>
            <a:pPr lvl="0"/>
            <a:r>
              <a:rPr/>
              <a:t>那更多是历史背景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11.4 内存管理：图示</a:t>
            </a:r>
          </a:p>
        </p:txBody>
      </p:sp>
      <p:pic>
        <p:nvPicPr>
          <p:cNvPr descr="../../md/media/11_monitoring_and_optimization/media/image17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025900" y="1816100"/>
            <a:ext cx="41275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2026-04-05T02:26:07Z</dcterms:created>
  <dcterms:modified xsi:type="dcterms:W3CDTF">2026-04-05T02:26:07Z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