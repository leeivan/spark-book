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13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0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图是一种非常通用的关系建模方式。只要问题同时包含“对象”和“对象之间的关系”，就可以考虑用图来表达。从交通网络、社交关系、推荐链路到风险传播，很多问题都可以转化为图论问题，再借助相应算法求解。 接下来重点看 理解图的概念，先把这一节要处理的对象和关键步骤放稳。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只要问题同时包含“对象”和“对象之间的关系”，就可以考虑用图来表达。从交通网络、社交关系、推荐链路到风险传播，很多问题都可以转化为图论问题，再借助相应算法求解。所以，在进入 GraphX 之前，先把图的基本概念讲清楚是必要的。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图其实不是指图形图像或地图，而是代表一种复杂的网络数据结构。通常来说，我们会把图视为一种由点（Vertex）组成的抽象网络，网络中的各点可以通过边（Edge）实现彼此的连接，表示两点有关联，注意上面图定义中的两个关键字，由此得到两个最基本的概念，点和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若两个点之间有一条边，则这两个点相邻。距离是两个点之间经过最短路径的边的数目，通常用 d 下标 G (u,v) 表示。点 v 的偏心率用来表示连接图 G 中的点 v 到图 G 中其它点之间的最大距离，用符号 艾普西隆 下标 G (v) 表示。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在图论中，正则图中每个点具有相同数量的邻点。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即每个点具有相同的度或价态。正则的有向图也必须满足更多的条件，即每个点的内外自由度都要彼此相等。另外，奇数程度的正则图形将包含偶数个点。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理解图最直观的方式，是从社交网络这类“关系天然比单条记录更重要”的场景出发。每天我们都会在社交软件里发布消息、添加联系人、浏览朋友的朋友，并受权限规则约束来决定“谁能看到什么、谁能和谁互动”。当平台规模扩大到数亿甚至数十亿用户时，系统需要高效回答一连串关系问题：X 是 Y 的朋友吗？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图其实不是指图形图像或地图，而是代表一种复杂的网络数据结构。通常来说，我们会把图视为一种由点（Vertex）组成的抽象网络，网络中的各点可以通过边（Edge）实现彼此的连接，表示两点有关联，注意上面图定义中的两个关键字，由此得到两个最基本的概念，点和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一个图 G 由两类元素构成，分别称为点（或节点、结点）和边，每条边有两个点作为其端点，我们称这条边连接了它的两个端点，因此边可定义为由两个点构成的集合，在有向图中为有序对，边是有方向的。一个点一般表示为一个点或小圆圈。一个图 G 的点集合一般记作 V(G) ，当不发生混淆时可简记为 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如果我们为所有用户构建 Person() 实例并将朋友添加到数组中，如前面的代码所示，就能够对“谁和谁是朋友”以及“两者之间的关系”做很多查询。图例 6‑3 展示了 Person() 实例的数据结构及其逻辑关系。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图是一种非常通用的关系建模方式</a:t>
            </a:r>
          </a:p>
          <a:p>
            <a:pPr lvl="0"/>
            <a:r>
              <a:rPr/>
              <a:t>网络中的各点可以通过边（Edge）实现彼此的连接</a:t>
            </a:r>
          </a:p>
          <a:p>
            <a:pPr lvl="0"/>
            <a:r>
              <a:rPr/>
              <a:t>图例 6‑1 图的基本组成</a:t>
            </a:r>
          </a:p>
          <a:p>
            <a:pPr lvl="0"/>
            <a:r>
              <a:rPr/>
              <a:t>图例 6‑2 点集和边集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图是一种非常通用的关系建模方式</a:t>
            </a:r>
          </a:p>
          <a:p>
            <a:pPr lvl="0"/>
            <a:r>
              <a:rPr/>
              <a:t>网络中的各点可以通过边（Edge）实现彼此的连接</a:t>
            </a:r>
          </a:p>
          <a:p>
            <a:pPr lvl="0"/>
            <a:r>
              <a:rPr/>
              <a:t>图例 6‑1 图的基本组成</a:t>
            </a:r>
          </a:p>
          <a:p>
            <a:pPr lvl="0"/>
            <a:r>
              <a:rPr/>
              <a:t>图例 6‑2 点集和边集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关联点 v 的边的条数称为点 v 的度数或价</a:t>
            </a:r>
          </a:p>
          <a:p>
            <a:pPr lvl="0"/>
            <a:r>
              <a:rPr/>
              <a:t>正则图是指各点的度均相同的无向简单图</a:t>
            </a:r>
          </a:p>
          <a:p>
            <a:pPr lvl="0"/>
            <a:r>
              <a:rPr/>
              <a:t>具有 k 个自由度的点的正则图被称为 k 度的 k-正则图</a:t>
            </a:r>
          </a:p>
          <a:p>
            <a:pPr lvl="0"/>
            <a:r>
              <a:rPr/>
              <a:t>系统需要高效回答一连串关系问题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理解图最直观的方式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friends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ArrayBuffer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numberOfFriends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friends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length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isFriend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friends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other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isConnectedWithin2Steps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f </a:t>
            </a:r>
            <a:r>
              <a:rPr>
                <a:solidFill>
                  <a:srgbClr val="666666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friends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yield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other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br/>
            <a:r>
              <a:rPr>
                <a:latin typeface="Courier"/>
              </a:rPr>
              <a:t>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isFriend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isDefined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理解图的概念：图示（1）</a:t>
            </a:r>
          </a:p>
        </p:txBody>
      </p:sp>
      <p:pic>
        <p:nvPicPr>
          <p:cNvPr descr="../../md/media/06_graph_processing/media/image1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57500" y="1816100"/>
            <a:ext cx="6477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理解图的概念：图示（2）</a:t>
            </a:r>
          </a:p>
        </p:txBody>
      </p:sp>
      <p:pic>
        <p:nvPicPr>
          <p:cNvPr descr="../../md/media/06_graph_processing/media/image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187700" y="1816100"/>
            <a:ext cx="58039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https://upload.wikimedia.org/wikipedia/commons/thumb/5/5b/6n-graf.svg/333px-6n-graf.svg.png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理解图的概念：图示（3）</a:t>
            </a:r>
          </a:p>
        </p:txBody>
      </p:sp>
      <p:pic>
        <p:nvPicPr>
          <p:cNvPr descr="../../md/media/06_graph_processing/media/image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17900" y="1816100"/>
            <a:ext cx="5156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2026-04-05T02:25:00Z</dcterms:created>
  <dcterms:modified xsi:type="dcterms:W3CDTF">2026-04-05T02:25:00Z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