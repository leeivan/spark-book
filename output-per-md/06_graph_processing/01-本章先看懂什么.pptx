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图的基本元素：顶点、边、属性。Spark 中图计算的适用场景，以及 GraphX 的定位。PageRank、子图、聚合、消息传递等核心思路。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可以先看一个很容易理解的场景：还想知道“谁真正有影响力”、很多任务如果只看表结构，会像是在做一堆自连接和聚合 和 一旦换成图的视角，问题就会变得很自然：影响力分数是顶点属性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、Connected Components、标签传播、Pregel 式消息传递等迭代图算法时，才值得引入专门的图计算模型。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它仍然有学习和维护价值，尤其适合理解属性图、图并行模型以及 Scala 生态中的原生图算法实现。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在本书中，它的角色更接近“Spark 原生图计算专题”，而不是通用数据处理项目的默认入口。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图的基本元素：顶点、边、属性</a:t>
            </a:r>
          </a:p>
          <a:p>
            <a:pPr lvl="0"/>
            <a:r>
              <a:rPr/>
              <a:t>Spark 中图计算的适用场景，以及 GraphX 的定位</a:t>
            </a:r>
          </a:p>
          <a:p>
            <a:pPr lvl="0"/>
            <a:r>
              <a:rPr/>
              <a:t>PageRank、子图、聚合、消息传递等核心思路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可以先看一个很容易理解的场景：还想知道“谁真正有影响力”</a:t>
            </a:r>
          </a:p>
          <a:p>
            <a:pPr lvl="0"/>
            <a:r>
              <a:rPr/>
              <a:t>很多任务如果只看表结构，会像是在做一堆自连接和聚合</a:t>
            </a:r>
          </a:p>
          <a:p>
            <a:pPr lvl="0"/>
            <a:r>
              <a:rPr/>
              <a:t>一旦换成图的视角，问题就会变得很自然：影响力分数是顶点属性</a:t>
            </a:r>
          </a:p>
          <a:p>
            <a:pPr lvl="0"/>
            <a:r>
              <a:rPr/>
              <a:t>在 Spark 4.x 中，图计算属于专题能力，而不是大多数项目的默认主线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只有在需要 PageRank</a:t>
            </a:r>
          </a:p>
          <a:p>
            <a:pPr lvl="0"/>
            <a:r>
              <a:rPr/>
              <a:t>Spark 原生提供的图计算能力主要是 GraphX</a:t>
            </a:r>
          </a:p>
          <a:p>
            <a:pPr lvl="0"/>
            <a:r>
              <a:rPr/>
              <a:t>它的角色更接近“Spark 原生图计算专题”</a:t>
            </a:r>
          </a:p>
          <a:p>
            <a:pPr lvl="0"/>
            <a:r>
              <a:rPr/>
              <a:t>阅读本章时，可以按下面顺序推进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2026-04-05T02:24:57Z</dcterms:created>
  <dcterms:modified xsi:type="dcterms:W3CDTF">2026-04-05T02:24:57Z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