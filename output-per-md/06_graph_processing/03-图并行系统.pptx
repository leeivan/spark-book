
<file path=[Content_Types].xml><?xml version="1.0" encoding="utf-8"?>
<Types xmlns="http://schemas.openxmlformats.org/package/2006/content-types">
  <Default Extension="xml" ContentType="application/xml"/>
  <Default Extension="rels" ContentType="application/vnd.openxmlformats-package.relationships+xml"/>
  <Default Extension="jpg" ContentType="image/jpeg"/>
  <Default Extension="png" ContentType="image/png"/>
  <Default Extension="jpeg" ContentType="image/jpeg"/>
  <Override PartName="/docProps/app.xml" ContentType="application/vnd.openxmlformats-officedocument.extended-properties+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2.xml" ContentType="application/vnd.openxmlformats-officedocument.presentationml.slideLayout+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theme/theme1.xml" ContentType="application/vnd.openxmlformats-officedocument.theme+xml"/>
  <Override PartName="/ppt/theme/themeOverride1.xml" ContentType="application/vnd.openxmlformats-officedocument.theme+xml"/>
  <Override PartName="/ppt/theme/theme2.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notesMasters/notesMaster1.xml" ContentType="application/vnd.openxmlformats-officedocument.presentationml.notesMaster+xml"/>
  <Override PartName="/docProps/core.xml" ContentType="application/vnd.openxmlformats-package.core-properties+xml"/>
  <Override PartName="/docProps/custom.xml" ContentType="application/vnd.openxmlformats-officedocument.custom-properties+xml"/>
  <Override PartName="/ppt/presentation.xml" ContentType="application/vnd.openxmlformats-officedocument.presentationml.presentation.main+xml"/>
  <Override PartName="/ppt/viewProps.xml" ContentType="application/vnd.openxmlformats-officedocument.presentationml.viewProps+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Types>
</file>

<file path=_rels/.rels><?xml version="1.0" encoding="UTF-8"?><Relationships xmlns="http://schemas.openxmlformats.org/package/2006/relationships"><Relationship Id="rId1" Type="http://schemas.openxmlformats.org/officeDocument/2006/relationships/officeDocument" Target="ppt/presentation.xml" /><Relationship Id="rId2" Type="http://schemas.openxmlformats.org/package/2006/relationships/metadata/core-properties" Target="docProps/core.xml" /><Relationship Id="rId3" Type="http://schemas.openxmlformats.org/package/2006/relationships/metadata/extended-properties" Target="docProps/app.xml" /><Relationship Id="rId4" Type="http://schemas.openxmlformats.org/officeDocument/2006/relationships/custom-properties" Target="docProps/custom.xml" /></Relationships>
</file>

<file path=ppt/presentation.xml><?xml version="1.0" encoding="utf-8"?>
<p:presentation xmlns:a="http://schemas.openxmlformats.org/drawingml/2006/main" xmlns:p="http://schemas.openxmlformats.org/presentationml/2006/main" xmlns:r="http://schemas.openxmlformats.org/officeDocument/2006/relationships" autoCompressPictures="0" saveSubsetFonts="1">
  <p:sldMasterIdLst>
    <p:sldMasterId id="2147483674" r:id="rId1"/>
  </p:sldMasterIdLst>
  <p:notesMasterIdLst>
    <p:notesMasterId r:id="rId7"/>
  </p:notesMasterIdLst>
  <p:sldIdLst>
    <p:sldId id="256" r:id="rId2"/>
    <p:sldId id="257" r:id="rId3"/>
    <p:sldId id="258" r:id="rId4"/>
    <p:sldId id="259" r:id="rId5"/>
    <p:sldId id="260" r:id="rId6"/>
  </p:sldIdLst>
  <p:sldSz cx="12192000" cy="6858000"/>
  <p:notesSz cx="6858000" cy="9144000"/>
  <p:defaultTextStyle>
    <a:defPPr>
      <a:defRPr lang="zh-CN"/>
    </a:defPPr>
    <a:lvl1pPr algn="l" defTabSz="914400" eaLnBrk="1" hangingPunct="1" latinLnBrk="0" marL="0" rtl="0">
      <a:defRPr kern="1200" sz="1800">
        <a:solidFill>
          <a:schemeClr val="tx1"/>
        </a:solidFill>
        <a:latin typeface="+mn-lt"/>
        <a:ea typeface="+mn-ea"/>
        <a:cs typeface="+mn-cs"/>
      </a:defRPr>
    </a:lvl1pPr>
    <a:lvl2pPr algn="l" defTabSz="914400" eaLnBrk="1" hangingPunct="1" latinLnBrk="0" marL="457200" rtl="0">
      <a:defRPr kern="1200" sz="1800">
        <a:solidFill>
          <a:schemeClr val="tx1"/>
        </a:solidFill>
        <a:latin typeface="+mn-lt"/>
        <a:ea typeface="+mn-ea"/>
        <a:cs typeface="+mn-cs"/>
      </a:defRPr>
    </a:lvl2pPr>
    <a:lvl3pPr algn="l" defTabSz="914400" eaLnBrk="1" hangingPunct="1" latinLnBrk="0" marL="914400" rtl="0">
      <a:defRPr kern="1200" sz="1800">
        <a:solidFill>
          <a:schemeClr val="tx1"/>
        </a:solidFill>
        <a:latin typeface="+mn-lt"/>
        <a:ea typeface="+mn-ea"/>
        <a:cs typeface="+mn-cs"/>
      </a:defRPr>
    </a:lvl3pPr>
    <a:lvl4pPr algn="l" defTabSz="914400" eaLnBrk="1" hangingPunct="1" latinLnBrk="0" marL="1371600" rtl="0">
      <a:defRPr kern="1200" sz="1800">
        <a:solidFill>
          <a:schemeClr val="tx1"/>
        </a:solidFill>
        <a:latin typeface="+mn-lt"/>
        <a:ea typeface="+mn-ea"/>
        <a:cs typeface="+mn-cs"/>
      </a:defRPr>
    </a:lvl4pPr>
    <a:lvl5pPr algn="l" defTabSz="914400" eaLnBrk="1" hangingPunct="1" latinLnBrk="0" marL="1828800" rtl="0">
      <a:defRPr kern="1200" sz="1800">
        <a:solidFill>
          <a:schemeClr val="tx1"/>
        </a:solidFill>
        <a:latin typeface="+mn-lt"/>
        <a:ea typeface="+mn-ea"/>
        <a:cs typeface="+mn-cs"/>
      </a:defRPr>
    </a:lvl5pPr>
    <a:lvl6pPr algn="l" defTabSz="914400" eaLnBrk="1" hangingPunct="1" latinLnBrk="0" marL="2286000" rtl="0">
      <a:defRPr kern="1200" sz="1800">
        <a:solidFill>
          <a:schemeClr val="tx1"/>
        </a:solidFill>
        <a:latin typeface="+mn-lt"/>
        <a:ea typeface="+mn-ea"/>
        <a:cs typeface="+mn-cs"/>
      </a:defRPr>
    </a:lvl6pPr>
    <a:lvl7pPr algn="l" defTabSz="914400" eaLnBrk="1" hangingPunct="1" latinLnBrk="0" marL="2743200" rtl="0">
      <a:defRPr kern="1200" sz="1800">
        <a:solidFill>
          <a:schemeClr val="tx1"/>
        </a:solidFill>
        <a:latin typeface="+mn-lt"/>
        <a:ea typeface="+mn-ea"/>
        <a:cs typeface="+mn-cs"/>
      </a:defRPr>
    </a:lvl7pPr>
    <a:lvl8pPr algn="l" defTabSz="914400" eaLnBrk="1" hangingPunct="1" latinLnBrk="0" marL="3200400" rtl="0">
      <a:defRPr kern="1200" sz="1800">
        <a:solidFill>
          <a:schemeClr val="tx1"/>
        </a:solidFill>
        <a:latin typeface="+mn-lt"/>
        <a:ea typeface="+mn-ea"/>
        <a:cs typeface="+mn-cs"/>
      </a:defRPr>
    </a:lvl8pPr>
    <a:lvl9pPr algn="l" defTabSz="914400" eaLnBrk="1" hangingPunct="1" latinLnBrk="0" marL="3657600" rtl="0">
      <a:defRPr kern="1200" sz="18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useTimings="0">
    <p:present/>
    <p:sldAll/>
    <p:penClr>
      <a:prstClr val="red"/>
    </p:penClr>
    <p:extLst>
      <p:ext uri="{EC167BDD-8182-4AB7-AECC-EB403E3ABB37}">
        <p14:laserClr xmlns:p14="http://schemas.microsoft.com/office/powerpoint/2010/main">
          <a:srgbClr val="00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p="http://schemas.openxmlformats.org/presentationml/2006/main" xmlns:r="http://schemas.openxmlformats.org/officeDocument/2006/relationships">
  <p:normalViewPr horzBarState="maximized">
    <p:restoredLeft autoAdjust="0" sz="14995"/>
    <p:restoredTop autoAdjust="0" sz="73134"/>
  </p:normalViewPr>
  <p:slideViewPr>
    <p:cSldViewPr snapToGrid="0" snapToObjects="1">
      <p:cViewPr varScale="1">
        <p:scale>
          <a:sx d="100" n="111"/>
          <a:sy d="100" n="111"/>
        </p:scale>
        <p:origin x="594" y="114"/>
      </p:cViewPr>
      <p:guideLst>
        <p:guide orient="horz" pos="2160"/>
        <p:guide pos="3840"/>
      </p:guideLst>
    </p:cSldViewPr>
  </p:slideViewPr>
  <p:notesTextViewPr>
    <p:cViewPr>
      <p:scale>
        <a:sx d="100" n="125"/>
        <a:sy d="100" n="125"/>
      </p:scale>
      <p:origin x="0" y="0"/>
    </p:cViewPr>
  </p:notesTextViewPr>
  <p:sorterViewPr>
    <p:cViewPr>
      <p:scale>
        <a:sx d="100" n="66"/>
        <a:sy d="100" n="66"/>
      </p:scale>
      <p:origin x="0" y="0"/>
    </p:cViewPr>
  </p:sorterViewPr>
  <p:notesViewPr>
    <p:cSldViewPr snapToGrid="0" snapToObjects="1">
      <p:cViewPr varScale="1">
        <p:scale>
          <a:sx d="100" n="74"/>
          <a:sy d="100" n="74"/>
        </p:scale>
        <p:origin x="3528" y="192"/>
      </p:cViewPr>
      <p:guideLst/>
    </p:cSldViewPr>
  </p:notesViewPr>
  <p:gridSpacing cx="72008" cy="72008"/>
</p:viewPr>
</file>

<file path=ppt/_rels/presentation.xml.rels><?xml version="1.0" encoding="UTF-8"?><Relationships xmlns="http://schemas.openxmlformats.org/package/2006/relationships"><Relationship Id="rId2" Type="http://schemas.openxmlformats.org/officeDocument/2006/relationships/slide" Target="slides/slide1.xml" /><Relationship Id="rId3" Type="http://schemas.openxmlformats.org/officeDocument/2006/relationships/slide" Target="slides/slide2.xml" /><Relationship Id="rId4" Type="http://schemas.openxmlformats.org/officeDocument/2006/relationships/slide" Target="slides/slide3.xml" /><Relationship Id="rId5" Type="http://schemas.openxmlformats.org/officeDocument/2006/relationships/slide" Target="slides/slide4.xml" /><Relationship Id="rId6" Type="http://schemas.openxmlformats.org/officeDocument/2006/relationships/slide" Target="slides/slide5.xml" /><Relationship Id="rId7" Type="http://schemas.openxmlformats.org/officeDocument/2006/relationships/notesMaster" Target="notesMasters/notesMaster1.xml" /><Relationship Id="rId11" Type="http://schemas.openxmlformats.org/officeDocument/2006/relationships/tableStyles" Target="tableStyles.xml" /><Relationship Id="rId1" Type="http://schemas.openxmlformats.org/officeDocument/2006/relationships/slideMaster" Target="slideMasters/slideMaster1.xml" /><Relationship Id="rId10" Type="http://schemas.openxmlformats.org/officeDocument/2006/relationships/theme" Target="theme/theme1.xml" /><Relationship Id="rId9" Type="http://schemas.openxmlformats.org/officeDocument/2006/relationships/viewProps" Target="viewProps.xml" /><Relationship Id="rId8" Type="http://schemas.openxmlformats.org/officeDocument/2006/relationships/presProps" Target="presProps.xml" /></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E863BC92-6832-A747-B637-CA8F71133A42}" type="datetimeFigureOut">
              <a:rPr lang="en-US" smtClean="0"/>
              <a:t>4/4/2026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DE9B7EA9-A690-144F-BA16-8B1F010DDC74}" type="slidenum">
              <a:rPr lang="en-US" smtClean="0"/>
              <a:t>‹#›</a:t>
            </a:fld>
            <a:endParaRPr lang="en-US"/>
          </a:p>
        </p:txBody>
      </p:sp>
    </p:spTree>
    <p:extLst>
      <p:ext uri="{BB962C8B-B14F-4D97-AF65-F5344CB8AC3E}">
        <p14:creationId xmlns:p14="http://schemas.microsoft.com/office/powerpoint/2010/main" val="47353986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Relationships xmlns="http://schemas.openxmlformats.org/package/2006/relationships"><Relationship Id="rId2" Type="http://schemas.openxmlformats.org/officeDocument/2006/relationships/slide" Target="../slides/slide1.xml" /><Relationship Id="rId1" Type="http://schemas.openxmlformats.org/officeDocument/2006/relationships/notesMaster" Target="../notesMasters/notesMaster1.xml" /></Relationships>
</file>

<file path=ppt/notesSlides/_rels/notesSlide2.xml.rels><?xml version="1.0" encoding="UTF-8"?><Relationships xmlns="http://schemas.openxmlformats.org/package/2006/relationships"><Relationship Id="rId2" Type="http://schemas.openxmlformats.org/officeDocument/2006/relationships/slide" Target="../slides/slide2.xml" /><Relationship Id="rId1" Type="http://schemas.openxmlformats.org/officeDocument/2006/relationships/notesMaster" Target="../notesMasters/notesMaster1.xml" /></Relationships>
</file>

<file path=ppt/notesSlides/_rels/notesSlide3.xml.rels><?xml version="1.0" encoding="UTF-8"?><Relationships xmlns="http://schemas.openxmlformats.org/package/2006/relationships"><Relationship Id="rId2" Type="http://schemas.openxmlformats.org/officeDocument/2006/relationships/slide" Target="../slides/slide3.xml" /><Relationship Id="rId1" Type="http://schemas.openxmlformats.org/officeDocument/2006/relationships/notesMaster" Target="../notesMasters/notesMaster1.xml" /></Relationships>
</file>

<file path=ppt/notesSlides/_rels/notesSlide4.xml.rels><?xml version="1.0" encoding="UTF-8"?><Relationships xmlns="http://schemas.openxmlformats.org/package/2006/relationships"><Relationship Id="rId2" Type="http://schemas.openxmlformats.org/officeDocument/2006/relationships/slide" Target="../slides/slide4.xml" /><Relationship Id="rId1" Type="http://schemas.openxmlformats.org/officeDocument/2006/relationships/notesMaster" Target="../notesMasters/notesMaster1.xml" /></Relationships>
</file>

<file path=ppt/notesSlides/_rels/notesSlide5.xml.rels><?xml version="1.0" encoding="UTF-8"?><Relationships xmlns="http://schemas.openxmlformats.org/package/2006/relationships"><Relationship Id="rId2" Type="http://schemas.openxmlformats.org/officeDocument/2006/relationships/slide" Target="../slides/slide5.xml" /><Relationship Id="rId1" Type="http://schemas.openxmlformats.org/officeDocument/2006/relationships/notesMaster" Target="../notesMasters/notesMaster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其实不是所有带有关系的数据都必须进入图计算框架。如果任务只是一次性关联查询、统计分析或报表生成，DataFrame/SQL 往往更直接。图并行系统真正擅长的是大规模、迭代式图算法，例如 PageRank、社区发现、标签传播、最短路径等。 接下来重点看 图并行系统，先把这一节要处理的对象和关键步骤放稳。</a:t>
            </a:r>
          </a:p>
        </p:txBody>
      </p:sp>
      <p:sp>
        <p:nvSpPr>
          <p:cNvPr id="4" name="Slide Number Placeholder 3"/>
          <p:cNvSpPr>
            <a:spLocks noGrp="1"/>
          </p:cNvSpPr>
          <p:nvPr>
            <p:ph type="sldNum" sz="quarter" idx="10"/>
          </p:nvPr>
        </p:nvSpPr>
        <p:spPr/>
        <p:txBody>
          <a:bodyPr/>
          <a:lstStyle/>
          <a:p>
            <a:fld id="{DE9B7EA9-A690-144F-BA16-8B1F010DDC74}" type="slidenum">
              <a:rPr lang="en-US"/>
              <a:t>1</a:t>
            </a:fld>
            <a:endParaRPr lang="en-US"/>
          </a:p>
        </p:txBody>
      </p:sp>
    </p:spTree>
  </p:cSld>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这一页会把 并不是所有带有关系的数据都必须进入图计算框架、图并行系统真正擅长的是大规模、迭代式图算法 和 就可以将张三和李四关联起来，这种关联关系提供了与两者相关的有价值的信息 串成一条完整流程。讲的时候重点说明每一步接在前一步后面，分别解决了什么问题。</a:t>
            </a:r>
          </a:p>
        </p:txBody>
      </p:sp>
      <p:sp>
        <p:nvSpPr>
          <p:cNvPr id="4" name="Slide Number Placeholder 3"/>
          <p:cNvSpPr>
            <a:spLocks noGrp="1"/>
          </p:cNvSpPr>
          <p:nvPr>
            <p:ph type="sldNum" sz="quarter" idx="10"/>
          </p:nvPr>
        </p:nvSpPr>
        <p:spPr/>
        <p:txBody>
          <a:bodyPr/>
          <a:lstStyle/>
          <a:p>
            <a:fld id="{DE9B7EA9-A690-144F-BA16-8B1F010DDC74}" type="slidenum">
              <a:rPr lang="en-US"/>
              <a:t>2</a:t>
            </a:fld>
            <a:endParaRPr lang="en-US"/>
          </a:p>
        </p:txBody>
      </p:sp>
    </p:spTree>
  </p:cSld>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在了解图并行系统之前，需要先了解关于通用的分布式图计算框架的两个常见问题：图存储模式和图计算模式。大规模图的存储总体上有边分割（Edge-Cut）和点分割（Vertex-Cut）两种存储方式。2013年，GraphLab2.0将其存储方式由边分割变为点分割，在性能上取得重大提升，目前基本上被业界广泛接受并使用。</a:t>
            </a:r>
          </a:p>
          <a:p>
            <a:pPr lvl="0" indent="0" marL="0">
              <a:buNone/>
            </a:pPr>
          </a:p>
          <a:p>
            <a:pPr lvl="0" indent="0" marL="0">
              <a:buNone/>
            </a:pPr>
            <a:r>
              <a:rPr/>
              <a:t>坏处是对图进行基于边的计算时，对于一条两个点被分到不同机器上的边来说，要跨机器通信传输数据，内网通信流量大。点分割的每条边只存储一次，都只会出现在一台机器上。邻居多的点会被复制到多台机器上，增加了存储开销，同时会引发数据同步问题。</a:t>
            </a:r>
          </a:p>
          <a:p>
            <a:pPr lvl="0" indent="0" marL="0">
              <a:buNone/>
            </a:pPr>
          </a:p>
          <a:p>
            <a:pPr lvl="0" indent="0" marL="0">
              <a:buNone/>
            </a:pPr>
            <a:r>
              <a:rPr/>
              <a:t>（2）在当前的应用场景中，绝大多数网络都是无标度网络，遵循幂律分布，不同点的邻居数量相差非常悬殊。而边分割会使那些多邻居的点所相连的边大多数被分到不同的机器上，这样的数据分布会使得内网带宽更加捉襟见肘，于是边分割存储方式被渐渐抛弃了。</a:t>
            </a:r>
          </a:p>
          <a:p>
            <a:pPr lvl="0" indent="0" marL="0">
              <a:buNone/>
            </a:pPr>
          </a:p>
          <a:p>
            <a:pPr lvl="0" indent="0" marL="0">
              <a:buNone/>
            </a:pPr>
            <a:r>
              <a:rPr/>
              <a:t>但是当图数据被分割后进入不同计算节点进行计算的时候，由于在不同节点中对于同一个节点有可能有多个副本，这个节点副本之间如何进行数据交换协同也成为了一个难题，于是GAS（Gather Apply Scatter）模型就被提出来解决这个难题。GAS模型主要分为3个阶段：Gather阶段、Apply阶段和Scatter阶段。</a:t>
            </a:r>
          </a:p>
        </p:txBody>
      </p:sp>
      <p:sp>
        <p:nvSpPr>
          <p:cNvPr id="4" name="Slide Number Placeholder 3"/>
          <p:cNvSpPr>
            <a:spLocks noGrp="1"/>
          </p:cNvSpPr>
          <p:nvPr>
            <p:ph type="sldNum" sz="quarter" idx="10"/>
          </p:nvPr>
        </p:nvSpPr>
        <p:spPr/>
        <p:txBody>
          <a:bodyPr/>
          <a:lstStyle/>
          <a:p>
            <a:fld id="{DE9B7EA9-A690-144F-BA16-8B1F010DDC74}" type="slidenum">
              <a:rPr lang="en-US"/>
              <a:t>3</a:t>
            </a:fld>
            <a:endParaRPr lang="en-US"/>
          </a:p>
        </p:txBody>
      </p:sp>
    </p:spTree>
  </p:cSld>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为了使图并行系统实现显着性能提高，需要对其表达能力产生了限制，但是限制了它们在典型的图数据分析管道中表达许多重要阶段的能力。另外，虽然图并行系统针对像页面排名这样的迭代扩散算法进行了优化，但它们并不适用于构建图数据结构，这种结构需要随时大规模的更新或者跨越多个图进行计算等更基本的操作。</a:t>
            </a:r>
          </a:p>
        </p:txBody>
      </p:sp>
      <p:sp>
        <p:nvSpPr>
          <p:cNvPr id="4" name="Slide Number Placeholder 3"/>
          <p:cNvSpPr>
            <a:spLocks noGrp="1"/>
          </p:cNvSpPr>
          <p:nvPr>
            <p:ph type="sldNum" sz="quarter" idx="10"/>
          </p:nvPr>
        </p:nvSpPr>
        <p:spPr/>
        <p:txBody>
          <a:bodyPr/>
          <a:lstStyle/>
          <a:p>
            <a:fld id="{DE9B7EA9-A690-144F-BA16-8B1F010DDC74}" type="slidenum">
              <a:rPr lang="en-US"/>
              <a:t>4</a:t>
            </a:fld>
            <a:endParaRPr lang="en-US"/>
          </a:p>
        </p:txBody>
      </p:sp>
    </p:spTree>
  </p:cSld>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GraphLab通常需要能够在相同物理数据的表格和图表视图之间移动，并利用每个视图的属性来轻松高效地表达计算。但是，现有GraphLab图形分析管道组成图并行处理和数据并行系统，导致大量的数据移动和重复，导致了复杂的编程模型（图例 6‑6）。</a:t>
            </a:r>
          </a:p>
        </p:txBody>
      </p:sp>
      <p:sp>
        <p:nvSpPr>
          <p:cNvPr id="4" name="Slide Number Placeholder 3"/>
          <p:cNvSpPr>
            <a:spLocks noGrp="1"/>
          </p:cNvSpPr>
          <p:nvPr>
            <p:ph type="sldNum" sz="quarter" idx="10"/>
          </p:nvPr>
        </p:nvSpPr>
        <p:spPr/>
        <p:txBody>
          <a:bodyPr/>
          <a:lstStyle/>
          <a:p>
            <a:fld id="{DE9B7EA9-A690-144F-BA16-8B1F010DDC74}" type="slidenum">
              <a:rPr lang="en-US"/>
              <a:t>5</a:t>
            </a:fld>
            <a:endParaRPr lang="en-US"/>
          </a:p>
        </p:txBody>
      </p:sp>
    </p:spTree>
  </p:cSld>
</p:notes>
</file>

<file path=ppt/slideLayouts/_rels/slideLayout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slideMaster" Target="../slideMasters/slideMaster1.xml"/><Relationship Id="rId1" Type="http://schemas.openxmlformats.org/officeDocument/2006/relationships/themeOverride" Target="../theme/themeOverride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Title Slide">
    <p:bg>
      <p:bgPr>
        <a:blipFill dpi="0" rotWithShape="1">
          <a:blip r:embed="rId2">
            <a:alphaModFix amt="40000"/>
            <a:lum/>
          </a:blip>
          <a:srcRect/>
          <a:stretch>
            <a:fillRect t="-17000" b="-17000"/>
          </a:stretch>
        </a:blipFill>
        <a:effectLst/>
      </p:bgPr>
    </p:bg>
    <p:spTree>
      <p:nvGrpSpPr>
        <p:cNvPr id="1" name=""/>
        <p:cNvGrpSpPr/>
        <p:nvPr/>
      </p:nvGrpSpPr>
      <p:grpSpPr>
        <a:xfrm>
          <a:off x="0" y="0"/>
          <a:ext cx="0" cy="0"/>
          <a:chOff x="0" y="0"/>
          <a:chExt cx="0" cy="0"/>
        </a:xfrm>
      </p:grpSpPr>
      <p:sp>
        <p:nvSpPr>
          <p:cNvPr id="4" name="日期占位符 3">
            <a:extLst>
              <a:ext uri="{FF2B5EF4-FFF2-40B4-BE49-F238E27FC236}">
                <a16:creationId xmlns:a16="http://schemas.microsoft.com/office/drawing/2014/main" id="{7ECABF76-9C2F-D371-903D-E97C0E1B9C91}"/>
              </a:ext>
            </a:extLst>
          </p:cNvPr>
          <p:cNvSpPr>
            <a:spLocks noGrp="1"/>
          </p:cNvSpPr>
          <p:nvPr>
            <p:ph type="dt" sz="half" idx="10"/>
          </p:nvPr>
        </p:nvSpPr>
        <p:spPr>
          <a:xfrm>
            <a:off x="838200" y="6356350"/>
            <a:ext cx="2743200" cy="365125"/>
          </a:xfrm>
          <a:prstGeom prst="rect">
            <a:avLst/>
          </a:prstGeom>
        </p:spPr>
        <p:txBody>
          <a:bodyPr/>
          <a:lstStyle/>
          <a:p>
            <a:fld id="{E8EEF123-5015-42F6-8687-0B3BE1403F52}" type="datetimeFigureOut">
              <a:rPr lang="zh-CN" altLang="en-US" smtClean="0"/>
              <a:t>2026/4/4</a:t>
            </a:fld>
            <a:endParaRPr lang="zh-CN" altLang="en-US" dirty="0"/>
          </a:p>
        </p:txBody>
      </p:sp>
      <p:sp>
        <p:nvSpPr>
          <p:cNvPr id="5" name="页脚占位符 4">
            <a:extLst>
              <a:ext uri="{FF2B5EF4-FFF2-40B4-BE49-F238E27FC236}">
                <a16:creationId xmlns:a16="http://schemas.microsoft.com/office/drawing/2014/main" id="{492F9890-10D8-CB5F-B6C5-6AA3D4B95005}"/>
              </a:ext>
            </a:extLst>
          </p:cNvPr>
          <p:cNvSpPr>
            <a:spLocks noGrp="1"/>
          </p:cNvSpPr>
          <p:nvPr>
            <p:ph type="ftr" sz="quarter" idx="11"/>
          </p:nvPr>
        </p:nvSpPr>
        <p:spPr>
          <a:xfrm>
            <a:off x="4038600" y="6356350"/>
            <a:ext cx="4114800" cy="365125"/>
          </a:xfrm>
          <a:prstGeom prst="rect">
            <a:avLst/>
          </a:prstGeom>
        </p:spPr>
        <p:txBody>
          <a:bodyPr/>
          <a:lstStyle/>
          <a:p>
            <a:endParaRPr lang="zh-CN" altLang="en-US"/>
          </a:p>
        </p:txBody>
      </p:sp>
      <p:sp>
        <p:nvSpPr>
          <p:cNvPr id="6" name="灯片编号占位符 5">
            <a:extLst>
              <a:ext uri="{FF2B5EF4-FFF2-40B4-BE49-F238E27FC236}">
                <a16:creationId xmlns:a16="http://schemas.microsoft.com/office/drawing/2014/main" id="{2F913E87-A25C-F596-9980-BB331ACDF7F2}"/>
              </a:ext>
            </a:extLst>
          </p:cNvPr>
          <p:cNvSpPr>
            <a:spLocks noGrp="1"/>
          </p:cNvSpPr>
          <p:nvPr>
            <p:ph type="sldNum" sz="quarter" idx="12"/>
          </p:nvPr>
        </p:nvSpPr>
        <p:spPr>
          <a:xfrm>
            <a:off x="8610600" y="6356350"/>
            <a:ext cx="2743200" cy="365125"/>
          </a:xfrm>
          <a:prstGeom prst="rect">
            <a:avLst/>
          </a:prstGeom>
        </p:spPr>
        <p:txBody>
          <a:bodyPr/>
          <a:lstStyle/>
          <a:p>
            <a:fld id="{77B631E4-8720-4193-BD91-A57797451EA0}" type="slidenum">
              <a:rPr lang="zh-CN" altLang="en-US" smtClean="0"/>
              <a:t>‹#›</a:t>
            </a:fld>
            <a:endParaRPr lang="zh-CN" altLang="en-US"/>
          </a:p>
        </p:txBody>
      </p:sp>
    </p:spTree>
    <p:extLst>
      <p:ext uri="{BB962C8B-B14F-4D97-AF65-F5344CB8AC3E}">
        <p14:creationId xmlns:p14="http://schemas.microsoft.com/office/powerpoint/2010/main" val="1568321758"/>
      </p:ext>
    </p:extLst>
  </p:cSld>
  <p:clrMapOvr>
    <a:masterClrMapping/>
  </p:clrMapOvr>
  <p:extLst>
    <p:ext uri="{DCECCB84-F9BA-43D5-87BE-67443E8EF086}">
      <p15:sldGuideLst xmlns:p15="http://schemas.microsoft.com/office/powerpoint/2012/main"/>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C4406B4F-424B-B307-C3E1-7BA847CEACE2}"/>
              </a:ext>
            </a:extLst>
          </p:cNvPr>
          <p:cNvSpPr>
            <a:spLocks noGrp="1"/>
          </p:cNvSpPr>
          <p:nvPr>
            <p:ph type="title"/>
          </p:nvPr>
        </p:nvSpPr>
        <p:spPr/>
        <p:txBody>
          <a:bodyPr/>
          <a:lstStyle/>
          <a:p>
            <a:r>
              <a:rPr lang="zh-CN" altLang="en-US"/>
              <a:t>单击此处编辑母版标题样式</a:t>
            </a:r>
            <a:endParaRPr lang="zh-CN" altLang="en-US" dirty="0"/>
          </a:p>
        </p:txBody>
      </p:sp>
      <p:sp>
        <p:nvSpPr>
          <p:cNvPr id="3" name="内容占位符 2">
            <a:extLst>
              <a:ext uri="{FF2B5EF4-FFF2-40B4-BE49-F238E27FC236}">
                <a16:creationId xmlns:a16="http://schemas.microsoft.com/office/drawing/2014/main" id="{B8627936-7FCB-D70F-0816-80204DB4FD19}"/>
              </a:ext>
            </a:extLst>
          </p:cNvPr>
          <p:cNvSpPr>
            <a:spLocks noGrp="1"/>
          </p:cNvSpPr>
          <p:nvPr>
            <p:ph idx="1"/>
          </p:nvPr>
        </p:nvSpPr>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zh-CN" altLang="en-US" dirty="0"/>
          </a:p>
        </p:txBody>
      </p:sp>
      <p:sp>
        <p:nvSpPr>
          <p:cNvPr id="4" name="日期占位符 3">
            <a:extLst>
              <a:ext uri="{FF2B5EF4-FFF2-40B4-BE49-F238E27FC236}">
                <a16:creationId xmlns:a16="http://schemas.microsoft.com/office/drawing/2014/main" id="{8AA5FF4F-7DD0-1B50-1776-21D6767FECFC}"/>
              </a:ext>
            </a:extLst>
          </p:cNvPr>
          <p:cNvSpPr>
            <a:spLocks noGrp="1"/>
          </p:cNvSpPr>
          <p:nvPr>
            <p:ph type="dt" sz="half" idx="10"/>
          </p:nvPr>
        </p:nvSpPr>
        <p:spPr>
          <a:xfrm>
            <a:off x="838200" y="6356350"/>
            <a:ext cx="2743200" cy="365125"/>
          </a:xfrm>
          <a:prstGeom prst="rect">
            <a:avLst/>
          </a:prstGeom>
        </p:spPr>
        <p:txBody>
          <a:bodyPr/>
          <a:lstStyle/>
          <a:p>
            <a:fld id="{E8EEF123-5015-42F6-8687-0B3BE1403F52}" type="datetimeFigureOut">
              <a:rPr lang="zh-CN" altLang="en-US" smtClean="0"/>
              <a:t>2026/4/4</a:t>
            </a:fld>
            <a:endParaRPr lang="zh-CN" altLang="en-US"/>
          </a:p>
        </p:txBody>
      </p:sp>
      <p:sp>
        <p:nvSpPr>
          <p:cNvPr id="5" name="页脚占位符 4">
            <a:extLst>
              <a:ext uri="{FF2B5EF4-FFF2-40B4-BE49-F238E27FC236}">
                <a16:creationId xmlns:a16="http://schemas.microsoft.com/office/drawing/2014/main" id="{F1660517-C7E1-2345-BAEE-7DE4EEC41D8A}"/>
              </a:ext>
            </a:extLst>
          </p:cNvPr>
          <p:cNvSpPr>
            <a:spLocks noGrp="1"/>
          </p:cNvSpPr>
          <p:nvPr>
            <p:ph type="ftr" sz="quarter" idx="11"/>
          </p:nvPr>
        </p:nvSpPr>
        <p:spPr>
          <a:xfrm>
            <a:off x="4038600" y="6356350"/>
            <a:ext cx="4114800" cy="365125"/>
          </a:xfrm>
          <a:prstGeom prst="rect">
            <a:avLst/>
          </a:prstGeom>
        </p:spPr>
        <p:txBody>
          <a:bodyPr/>
          <a:lstStyle/>
          <a:p>
            <a:endParaRPr lang="zh-CN" altLang="en-US"/>
          </a:p>
        </p:txBody>
      </p:sp>
      <p:sp>
        <p:nvSpPr>
          <p:cNvPr id="6" name="灯片编号占位符 5">
            <a:extLst>
              <a:ext uri="{FF2B5EF4-FFF2-40B4-BE49-F238E27FC236}">
                <a16:creationId xmlns:a16="http://schemas.microsoft.com/office/drawing/2014/main" id="{74ADE76A-020F-D5F0-0BC4-B610078D3DA5}"/>
              </a:ext>
            </a:extLst>
          </p:cNvPr>
          <p:cNvSpPr>
            <a:spLocks noGrp="1"/>
          </p:cNvSpPr>
          <p:nvPr>
            <p:ph type="sldNum" sz="quarter" idx="12"/>
          </p:nvPr>
        </p:nvSpPr>
        <p:spPr>
          <a:xfrm>
            <a:off x="8610600" y="6356350"/>
            <a:ext cx="2743200" cy="365125"/>
          </a:xfrm>
          <a:prstGeom prst="rect">
            <a:avLst/>
          </a:prstGeom>
        </p:spPr>
        <p:txBody>
          <a:bodyPr/>
          <a:lstStyle/>
          <a:p>
            <a:fld id="{77B631E4-8720-4193-BD91-A57797451EA0}" type="slidenum">
              <a:rPr lang="zh-CN" altLang="en-US" smtClean="0"/>
              <a:t>‹#›</a:t>
            </a:fld>
            <a:endParaRPr lang="zh-CN" altLang="en-US"/>
          </a:p>
        </p:txBody>
      </p:sp>
    </p:spTree>
    <p:extLst>
      <p:ext uri="{BB962C8B-B14F-4D97-AF65-F5344CB8AC3E}">
        <p14:creationId xmlns:p14="http://schemas.microsoft.com/office/powerpoint/2010/main" val="52957011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bg>
      <p:bgPr>
        <a:blipFill dpi="0" rotWithShape="1">
          <a:blip r:embed="rId3">
            <a:alphaModFix amt="40000"/>
            <a:lum/>
          </a:blip>
          <a:srcRect/>
          <a:stretch>
            <a:fillRect t="-17000" b="-17000"/>
          </a:stretch>
        </a:blipFill>
        <a:effectLst/>
      </p:bgPr>
    </p:bg>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27040073-8706-9CF2-AB5C-43344524DBFC}"/>
              </a:ext>
            </a:extLst>
          </p:cNvPr>
          <p:cNvSpPr>
            <a:spLocks noGrp="1"/>
          </p:cNvSpPr>
          <p:nvPr>
            <p:ph type="title"/>
          </p:nvPr>
        </p:nvSpPr>
        <p:spPr>
          <a:xfrm>
            <a:off x="1268962" y="1709738"/>
            <a:ext cx="10078487" cy="2852737"/>
          </a:xfrm>
        </p:spPr>
        <p:txBody>
          <a:bodyPr anchor="b"/>
          <a:lstStyle>
            <a:lvl1pPr>
              <a:defRPr sz="6000"/>
            </a:lvl1pPr>
          </a:lstStyle>
          <a:p>
            <a:r>
              <a:rPr lang="zh-CN" altLang="en-US"/>
              <a:t>单击此处编辑母版标题样式</a:t>
            </a:r>
            <a:endParaRPr lang="zh-CN" altLang="en-US" dirty="0"/>
          </a:p>
        </p:txBody>
      </p:sp>
      <p:sp>
        <p:nvSpPr>
          <p:cNvPr id="3" name="文本占位符 2">
            <a:extLst>
              <a:ext uri="{FF2B5EF4-FFF2-40B4-BE49-F238E27FC236}">
                <a16:creationId xmlns:a16="http://schemas.microsoft.com/office/drawing/2014/main" id="{E6B6A5AA-2CE0-7F97-999B-C5F0DDBACE38}"/>
              </a:ext>
            </a:extLst>
          </p:cNvPr>
          <p:cNvSpPr>
            <a:spLocks noGrp="1"/>
          </p:cNvSpPr>
          <p:nvPr>
            <p:ph type="body" idx="1"/>
          </p:nvPr>
        </p:nvSpPr>
        <p:spPr>
          <a:xfrm>
            <a:off x="1268962" y="4589463"/>
            <a:ext cx="10078488" cy="1500187"/>
          </a:xfrm>
        </p:spPr>
        <p:txBody>
          <a:bodyPr/>
          <a:lstStyle>
            <a:lvl1pPr marL="0" indent="0">
              <a:buNone/>
              <a:defRPr sz="2400" b="1">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a:t>单击此处编辑母版文本样式</a:t>
            </a:r>
          </a:p>
        </p:txBody>
      </p:sp>
      <p:sp>
        <p:nvSpPr>
          <p:cNvPr id="4" name="日期占位符 3">
            <a:extLst>
              <a:ext uri="{FF2B5EF4-FFF2-40B4-BE49-F238E27FC236}">
                <a16:creationId xmlns:a16="http://schemas.microsoft.com/office/drawing/2014/main" id="{6E106CB1-EA12-800C-FE5D-A580F81038BF}"/>
              </a:ext>
            </a:extLst>
          </p:cNvPr>
          <p:cNvSpPr>
            <a:spLocks noGrp="1"/>
          </p:cNvSpPr>
          <p:nvPr>
            <p:ph type="dt" sz="half" idx="10"/>
          </p:nvPr>
        </p:nvSpPr>
        <p:spPr>
          <a:xfrm>
            <a:off x="838200" y="6356350"/>
            <a:ext cx="2743200" cy="365125"/>
          </a:xfrm>
          <a:prstGeom prst="rect">
            <a:avLst/>
          </a:prstGeom>
        </p:spPr>
        <p:txBody>
          <a:bodyPr/>
          <a:lstStyle/>
          <a:p>
            <a:fld id="{E8EEF123-5015-42F6-8687-0B3BE1403F52}" type="datetimeFigureOut">
              <a:rPr lang="zh-CN" altLang="en-US" smtClean="0"/>
              <a:t>2026/4/4</a:t>
            </a:fld>
            <a:endParaRPr lang="zh-CN" altLang="en-US"/>
          </a:p>
        </p:txBody>
      </p:sp>
      <p:sp>
        <p:nvSpPr>
          <p:cNvPr id="5" name="页脚占位符 4">
            <a:extLst>
              <a:ext uri="{FF2B5EF4-FFF2-40B4-BE49-F238E27FC236}">
                <a16:creationId xmlns:a16="http://schemas.microsoft.com/office/drawing/2014/main" id="{7820A361-2D0D-58AE-A643-51A3789772BA}"/>
              </a:ext>
            </a:extLst>
          </p:cNvPr>
          <p:cNvSpPr>
            <a:spLocks noGrp="1"/>
          </p:cNvSpPr>
          <p:nvPr>
            <p:ph type="ftr" sz="quarter" idx="11"/>
          </p:nvPr>
        </p:nvSpPr>
        <p:spPr>
          <a:xfrm>
            <a:off x="4038600" y="6356350"/>
            <a:ext cx="4114800" cy="365125"/>
          </a:xfrm>
          <a:prstGeom prst="rect">
            <a:avLst/>
          </a:prstGeom>
        </p:spPr>
        <p:txBody>
          <a:bodyPr/>
          <a:lstStyle/>
          <a:p>
            <a:endParaRPr lang="zh-CN" altLang="en-US"/>
          </a:p>
        </p:txBody>
      </p:sp>
      <p:sp>
        <p:nvSpPr>
          <p:cNvPr id="6" name="灯片编号占位符 5">
            <a:extLst>
              <a:ext uri="{FF2B5EF4-FFF2-40B4-BE49-F238E27FC236}">
                <a16:creationId xmlns:a16="http://schemas.microsoft.com/office/drawing/2014/main" id="{4087CFBA-3BD7-C2DF-B3EF-CB4E61251266}"/>
              </a:ext>
            </a:extLst>
          </p:cNvPr>
          <p:cNvSpPr>
            <a:spLocks noGrp="1"/>
          </p:cNvSpPr>
          <p:nvPr>
            <p:ph type="sldNum" sz="quarter" idx="12"/>
          </p:nvPr>
        </p:nvSpPr>
        <p:spPr>
          <a:xfrm>
            <a:off x="8610600" y="6356350"/>
            <a:ext cx="2743200" cy="365125"/>
          </a:xfrm>
          <a:prstGeom prst="rect">
            <a:avLst/>
          </a:prstGeom>
        </p:spPr>
        <p:txBody>
          <a:bodyPr/>
          <a:lstStyle/>
          <a:p>
            <a:fld id="{77B631E4-8720-4193-BD91-A57797451EA0}" type="slidenum">
              <a:rPr lang="zh-CN" altLang="en-US" smtClean="0"/>
              <a:t>‹#›</a:t>
            </a:fld>
            <a:endParaRPr lang="zh-CN" altLang="en-US"/>
          </a:p>
        </p:txBody>
      </p:sp>
    </p:spTree>
    <p:extLst>
      <p:ext uri="{BB962C8B-B14F-4D97-AF65-F5344CB8AC3E}">
        <p14:creationId xmlns:p14="http://schemas.microsoft.com/office/powerpoint/2010/main" val="1338864974"/>
      </p:ext>
    </p:extLst>
  </p:cSld>
  <p:clrMapOvr>
    <a:overrideClrMapping bg1="lt1" tx1="dk1" bg2="lt2" tx2="dk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4F36834E-C79A-EEEC-7C4D-B21EC99CC717}"/>
              </a:ext>
            </a:extLst>
          </p:cNvPr>
          <p:cNvSpPr>
            <a:spLocks noGrp="1"/>
          </p:cNvSpPr>
          <p:nvPr>
            <p:ph type="title"/>
          </p:nvPr>
        </p:nvSpPr>
        <p:spPr/>
        <p:txBody>
          <a:bodyPr/>
          <a:lstStyle/>
          <a:p>
            <a:r>
              <a:rPr lang="zh-CN" altLang="en-US"/>
              <a:t>单击此处编辑母版标题样式</a:t>
            </a:r>
          </a:p>
        </p:txBody>
      </p:sp>
      <p:sp>
        <p:nvSpPr>
          <p:cNvPr id="3" name="内容占位符 2">
            <a:extLst>
              <a:ext uri="{FF2B5EF4-FFF2-40B4-BE49-F238E27FC236}">
                <a16:creationId xmlns:a16="http://schemas.microsoft.com/office/drawing/2014/main" id="{D5CE83A1-72B1-E824-1FEC-9FA81425D113}"/>
              </a:ext>
            </a:extLst>
          </p:cNvPr>
          <p:cNvSpPr>
            <a:spLocks noGrp="1"/>
          </p:cNvSpPr>
          <p:nvPr>
            <p:ph sz="half" idx="1"/>
          </p:nvPr>
        </p:nvSpPr>
        <p:spPr>
          <a:xfrm>
            <a:off x="838200" y="1825625"/>
            <a:ext cx="5181600" cy="435133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内容占位符 3">
            <a:extLst>
              <a:ext uri="{FF2B5EF4-FFF2-40B4-BE49-F238E27FC236}">
                <a16:creationId xmlns:a16="http://schemas.microsoft.com/office/drawing/2014/main" id="{87D04530-5C4D-D318-A728-0F5A61C8A938}"/>
              </a:ext>
            </a:extLst>
          </p:cNvPr>
          <p:cNvSpPr>
            <a:spLocks noGrp="1"/>
          </p:cNvSpPr>
          <p:nvPr>
            <p:ph sz="half" idx="2"/>
          </p:nvPr>
        </p:nvSpPr>
        <p:spPr>
          <a:xfrm>
            <a:off x="6172200" y="1825625"/>
            <a:ext cx="5181600" cy="435133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5" name="日期占位符 4">
            <a:extLst>
              <a:ext uri="{FF2B5EF4-FFF2-40B4-BE49-F238E27FC236}">
                <a16:creationId xmlns:a16="http://schemas.microsoft.com/office/drawing/2014/main" id="{E011C699-0C81-4E34-1FBE-DAF9131B51BF}"/>
              </a:ext>
            </a:extLst>
          </p:cNvPr>
          <p:cNvSpPr>
            <a:spLocks noGrp="1"/>
          </p:cNvSpPr>
          <p:nvPr>
            <p:ph type="dt" sz="half" idx="10"/>
          </p:nvPr>
        </p:nvSpPr>
        <p:spPr>
          <a:xfrm>
            <a:off x="838200" y="6356350"/>
            <a:ext cx="2743200" cy="365125"/>
          </a:xfrm>
          <a:prstGeom prst="rect">
            <a:avLst/>
          </a:prstGeom>
        </p:spPr>
        <p:txBody>
          <a:bodyPr/>
          <a:lstStyle/>
          <a:p>
            <a:fld id="{E8EEF123-5015-42F6-8687-0B3BE1403F52}" type="datetimeFigureOut">
              <a:rPr lang="zh-CN" altLang="en-US" smtClean="0"/>
              <a:t>2026/4/4</a:t>
            </a:fld>
            <a:endParaRPr lang="zh-CN" altLang="en-US"/>
          </a:p>
        </p:txBody>
      </p:sp>
      <p:sp>
        <p:nvSpPr>
          <p:cNvPr id="6" name="页脚占位符 5">
            <a:extLst>
              <a:ext uri="{FF2B5EF4-FFF2-40B4-BE49-F238E27FC236}">
                <a16:creationId xmlns:a16="http://schemas.microsoft.com/office/drawing/2014/main" id="{EFC7A728-6EA6-5B23-E109-2190ADC5E885}"/>
              </a:ext>
            </a:extLst>
          </p:cNvPr>
          <p:cNvSpPr>
            <a:spLocks noGrp="1"/>
          </p:cNvSpPr>
          <p:nvPr>
            <p:ph type="ftr" sz="quarter" idx="11"/>
          </p:nvPr>
        </p:nvSpPr>
        <p:spPr>
          <a:xfrm>
            <a:off x="4038600" y="6356350"/>
            <a:ext cx="4114800" cy="365125"/>
          </a:xfrm>
          <a:prstGeom prst="rect">
            <a:avLst/>
          </a:prstGeom>
        </p:spPr>
        <p:txBody>
          <a:bodyPr/>
          <a:lstStyle/>
          <a:p>
            <a:endParaRPr lang="zh-CN" altLang="en-US"/>
          </a:p>
        </p:txBody>
      </p:sp>
      <p:sp>
        <p:nvSpPr>
          <p:cNvPr id="7" name="灯片编号占位符 6">
            <a:extLst>
              <a:ext uri="{FF2B5EF4-FFF2-40B4-BE49-F238E27FC236}">
                <a16:creationId xmlns:a16="http://schemas.microsoft.com/office/drawing/2014/main" id="{1651E736-A63F-E249-DAAD-375440957E10}"/>
              </a:ext>
            </a:extLst>
          </p:cNvPr>
          <p:cNvSpPr>
            <a:spLocks noGrp="1"/>
          </p:cNvSpPr>
          <p:nvPr>
            <p:ph type="sldNum" sz="quarter" idx="12"/>
          </p:nvPr>
        </p:nvSpPr>
        <p:spPr>
          <a:xfrm>
            <a:off x="8610600" y="6356350"/>
            <a:ext cx="2743200" cy="365125"/>
          </a:xfrm>
          <a:prstGeom prst="rect">
            <a:avLst/>
          </a:prstGeom>
        </p:spPr>
        <p:txBody>
          <a:bodyPr/>
          <a:lstStyle/>
          <a:p>
            <a:fld id="{77B631E4-8720-4193-BD91-A57797451EA0}" type="slidenum">
              <a:rPr lang="zh-CN" altLang="en-US" smtClean="0"/>
              <a:t>‹#›</a:t>
            </a:fld>
            <a:endParaRPr lang="zh-CN" altLang="en-US"/>
          </a:p>
        </p:txBody>
      </p:sp>
    </p:spTree>
    <p:extLst>
      <p:ext uri="{BB962C8B-B14F-4D97-AF65-F5344CB8AC3E}">
        <p14:creationId xmlns:p14="http://schemas.microsoft.com/office/powerpoint/2010/main" val="134375636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9B7B26F5-D101-7F53-EEA6-B180C2D3E47A}"/>
              </a:ext>
            </a:extLst>
          </p:cNvPr>
          <p:cNvSpPr>
            <a:spLocks noGrp="1"/>
          </p:cNvSpPr>
          <p:nvPr>
            <p:ph type="title"/>
          </p:nvPr>
        </p:nvSpPr>
        <p:spPr>
          <a:xfrm>
            <a:off x="839788" y="365125"/>
            <a:ext cx="10515600" cy="1325563"/>
          </a:xfrm>
        </p:spPr>
        <p:txBody>
          <a:bodyPr/>
          <a:lstStyle/>
          <a:p>
            <a:r>
              <a:rPr lang="zh-CN" altLang="en-US"/>
              <a:t>单击此处编辑母版标题样式</a:t>
            </a:r>
          </a:p>
        </p:txBody>
      </p:sp>
      <p:sp>
        <p:nvSpPr>
          <p:cNvPr id="3" name="文本占位符 2">
            <a:extLst>
              <a:ext uri="{FF2B5EF4-FFF2-40B4-BE49-F238E27FC236}">
                <a16:creationId xmlns:a16="http://schemas.microsoft.com/office/drawing/2014/main" id="{AE523223-7C55-5B3B-9E25-5DBF0C98451F}"/>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内容占位符 3">
            <a:extLst>
              <a:ext uri="{FF2B5EF4-FFF2-40B4-BE49-F238E27FC236}">
                <a16:creationId xmlns:a16="http://schemas.microsoft.com/office/drawing/2014/main" id="{30B2B2FF-B432-8FC4-4967-D96BF98AF758}"/>
              </a:ext>
            </a:extLst>
          </p:cNvPr>
          <p:cNvSpPr>
            <a:spLocks noGrp="1"/>
          </p:cNvSpPr>
          <p:nvPr>
            <p:ph sz="half" idx="2"/>
          </p:nvPr>
        </p:nvSpPr>
        <p:spPr>
          <a:xfrm>
            <a:off x="839788" y="2505075"/>
            <a:ext cx="5157787" cy="368458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5" name="文本占位符 4">
            <a:extLst>
              <a:ext uri="{FF2B5EF4-FFF2-40B4-BE49-F238E27FC236}">
                <a16:creationId xmlns:a16="http://schemas.microsoft.com/office/drawing/2014/main" id="{71C93D20-432B-7986-DC93-16510407A344}"/>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a:extLst>
              <a:ext uri="{FF2B5EF4-FFF2-40B4-BE49-F238E27FC236}">
                <a16:creationId xmlns:a16="http://schemas.microsoft.com/office/drawing/2014/main" id="{482581EC-B1B9-061F-D484-D2558A586377}"/>
              </a:ext>
            </a:extLst>
          </p:cNvPr>
          <p:cNvSpPr>
            <a:spLocks noGrp="1"/>
          </p:cNvSpPr>
          <p:nvPr>
            <p:ph sz="quarter" idx="4"/>
          </p:nvPr>
        </p:nvSpPr>
        <p:spPr>
          <a:xfrm>
            <a:off x="6172200" y="2505075"/>
            <a:ext cx="5183188" cy="368458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7" name="日期占位符 6">
            <a:extLst>
              <a:ext uri="{FF2B5EF4-FFF2-40B4-BE49-F238E27FC236}">
                <a16:creationId xmlns:a16="http://schemas.microsoft.com/office/drawing/2014/main" id="{56A5BF5B-F3CF-47CF-BE24-A37965296F4B}"/>
              </a:ext>
            </a:extLst>
          </p:cNvPr>
          <p:cNvSpPr>
            <a:spLocks noGrp="1"/>
          </p:cNvSpPr>
          <p:nvPr>
            <p:ph type="dt" sz="half" idx="10"/>
          </p:nvPr>
        </p:nvSpPr>
        <p:spPr>
          <a:xfrm>
            <a:off x="838200" y="6356350"/>
            <a:ext cx="2743200" cy="365125"/>
          </a:xfrm>
          <a:prstGeom prst="rect">
            <a:avLst/>
          </a:prstGeom>
        </p:spPr>
        <p:txBody>
          <a:bodyPr/>
          <a:lstStyle/>
          <a:p>
            <a:fld id="{E8EEF123-5015-42F6-8687-0B3BE1403F52}" type="datetimeFigureOut">
              <a:rPr lang="zh-CN" altLang="en-US" smtClean="0"/>
              <a:t>2026/4/4</a:t>
            </a:fld>
            <a:endParaRPr lang="zh-CN" altLang="en-US"/>
          </a:p>
        </p:txBody>
      </p:sp>
      <p:sp>
        <p:nvSpPr>
          <p:cNvPr id="8" name="页脚占位符 7">
            <a:extLst>
              <a:ext uri="{FF2B5EF4-FFF2-40B4-BE49-F238E27FC236}">
                <a16:creationId xmlns:a16="http://schemas.microsoft.com/office/drawing/2014/main" id="{D45CDA27-DD70-2B01-5F59-257B263DAB36}"/>
              </a:ext>
            </a:extLst>
          </p:cNvPr>
          <p:cNvSpPr>
            <a:spLocks noGrp="1"/>
          </p:cNvSpPr>
          <p:nvPr>
            <p:ph type="ftr" sz="quarter" idx="11"/>
          </p:nvPr>
        </p:nvSpPr>
        <p:spPr>
          <a:xfrm>
            <a:off x="4038600" y="6356350"/>
            <a:ext cx="4114800" cy="365125"/>
          </a:xfrm>
          <a:prstGeom prst="rect">
            <a:avLst/>
          </a:prstGeom>
        </p:spPr>
        <p:txBody>
          <a:bodyPr/>
          <a:lstStyle/>
          <a:p>
            <a:endParaRPr lang="zh-CN" altLang="en-US"/>
          </a:p>
        </p:txBody>
      </p:sp>
      <p:sp>
        <p:nvSpPr>
          <p:cNvPr id="9" name="灯片编号占位符 8">
            <a:extLst>
              <a:ext uri="{FF2B5EF4-FFF2-40B4-BE49-F238E27FC236}">
                <a16:creationId xmlns:a16="http://schemas.microsoft.com/office/drawing/2014/main" id="{2875554E-B481-827A-280A-5CFE24C34B53}"/>
              </a:ext>
            </a:extLst>
          </p:cNvPr>
          <p:cNvSpPr>
            <a:spLocks noGrp="1"/>
          </p:cNvSpPr>
          <p:nvPr>
            <p:ph type="sldNum" sz="quarter" idx="12"/>
          </p:nvPr>
        </p:nvSpPr>
        <p:spPr>
          <a:xfrm>
            <a:off x="8610600" y="6356350"/>
            <a:ext cx="2743200" cy="365125"/>
          </a:xfrm>
          <a:prstGeom prst="rect">
            <a:avLst/>
          </a:prstGeom>
        </p:spPr>
        <p:txBody>
          <a:bodyPr/>
          <a:lstStyle/>
          <a:p>
            <a:fld id="{77B631E4-8720-4193-BD91-A57797451EA0}" type="slidenum">
              <a:rPr lang="zh-CN" altLang="en-US" smtClean="0"/>
              <a:t>‹#›</a:t>
            </a:fld>
            <a:endParaRPr lang="zh-CN" altLang="en-US"/>
          </a:p>
        </p:txBody>
      </p:sp>
    </p:spTree>
    <p:extLst>
      <p:ext uri="{BB962C8B-B14F-4D97-AF65-F5344CB8AC3E}">
        <p14:creationId xmlns:p14="http://schemas.microsoft.com/office/powerpoint/2010/main" val="101853926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54175C2C-5148-B92D-0F2C-01739D3A3B13}"/>
              </a:ext>
            </a:extLst>
          </p:cNvPr>
          <p:cNvSpPr>
            <a:spLocks noGrp="1"/>
          </p:cNvSpPr>
          <p:nvPr>
            <p:ph type="title"/>
          </p:nvPr>
        </p:nvSpPr>
        <p:spPr/>
        <p:txBody>
          <a:bodyPr/>
          <a:lstStyle/>
          <a:p>
            <a:r>
              <a:rPr lang="zh-CN" altLang="en-US"/>
              <a:t>单击此处编辑母版标题样式</a:t>
            </a:r>
          </a:p>
        </p:txBody>
      </p:sp>
      <p:sp>
        <p:nvSpPr>
          <p:cNvPr id="3" name="日期占位符 2">
            <a:extLst>
              <a:ext uri="{FF2B5EF4-FFF2-40B4-BE49-F238E27FC236}">
                <a16:creationId xmlns:a16="http://schemas.microsoft.com/office/drawing/2014/main" id="{986D78FA-5E3B-1D60-F1DF-9C9D717C3384}"/>
              </a:ext>
            </a:extLst>
          </p:cNvPr>
          <p:cNvSpPr>
            <a:spLocks noGrp="1"/>
          </p:cNvSpPr>
          <p:nvPr>
            <p:ph type="dt" sz="half" idx="10"/>
          </p:nvPr>
        </p:nvSpPr>
        <p:spPr>
          <a:xfrm>
            <a:off x="838200" y="6356350"/>
            <a:ext cx="2743200" cy="365125"/>
          </a:xfrm>
          <a:prstGeom prst="rect">
            <a:avLst/>
          </a:prstGeom>
        </p:spPr>
        <p:txBody>
          <a:bodyPr/>
          <a:lstStyle/>
          <a:p>
            <a:fld id="{E8EEF123-5015-42F6-8687-0B3BE1403F52}" type="datetimeFigureOut">
              <a:rPr lang="zh-CN" altLang="en-US" smtClean="0"/>
              <a:t>2026/4/4</a:t>
            </a:fld>
            <a:endParaRPr lang="zh-CN" altLang="en-US"/>
          </a:p>
        </p:txBody>
      </p:sp>
      <p:sp>
        <p:nvSpPr>
          <p:cNvPr id="4" name="页脚占位符 3">
            <a:extLst>
              <a:ext uri="{FF2B5EF4-FFF2-40B4-BE49-F238E27FC236}">
                <a16:creationId xmlns:a16="http://schemas.microsoft.com/office/drawing/2014/main" id="{DE05D53A-E3B7-A12B-A85C-94087F17F978}"/>
              </a:ext>
            </a:extLst>
          </p:cNvPr>
          <p:cNvSpPr>
            <a:spLocks noGrp="1"/>
          </p:cNvSpPr>
          <p:nvPr>
            <p:ph type="ftr" sz="quarter" idx="11"/>
          </p:nvPr>
        </p:nvSpPr>
        <p:spPr>
          <a:xfrm>
            <a:off x="4038600" y="6356350"/>
            <a:ext cx="4114800" cy="365125"/>
          </a:xfrm>
          <a:prstGeom prst="rect">
            <a:avLst/>
          </a:prstGeom>
        </p:spPr>
        <p:txBody>
          <a:bodyPr/>
          <a:lstStyle/>
          <a:p>
            <a:endParaRPr lang="zh-CN" altLang="en-US"/>
          </a:p>
        </p:txBody>
      </p:sp>
      <p:sp>
        <p:nvSpPr>
          <p:cNvPr id="5" name="灯片编号占位符 4">
            <a:extLst>
              <a:ext uri="{FF2B5EF4-FFF2-40B4-BE49-F238E27FC236}">
                <a16:creationId xmlns:a16="http://schemas.microsoft.com/office/drawing/2014/main" id="{20B9AB23-A358-A513-F247-6668D1A71D5A}"/>
              </a:ext>
            </a:extLst>
          </p:cNvPr>
          <p:cNvSpPr>
            <a:spLocks noGrp="1"/>
          </p:cNvSpPr>
          <p:nvPr>
            <p:ph type="sldNum" sz="quarter" idx="12"/>
          </p:nvPr>
        </p:nvSpPr>
        <p:spPr>
          <a:xfrm>
            <a:off x="8610600" y="6356350"/>
            <a:ext cx="2743200" cy="365125"/>
          </a:xfrm>
          <a:prstGeom prst="rect">
            <a:avLst/>
          </a:prstGeom>
        </p:spPr>
        <p:txBody>
          <a:bodyPr/>
          <a:lstStyle/>
          <a:p>
            <a:fld id="{77B631E4-8720-4193-BD91-A57797451EA0}" type="slidenum">
              <a:rPr lang="zh-CN" altLang="en-US" smtClean="0"/>
              <a:t>‹#›</a:t>
            </a:fld>
            <a:endParaRPr lang="zh-CN" altLang="en-US"/>
          </a:p>
        </p:txBody>
      </p:sp>
    </p:spTree>
    <p:extLst>
      <p:ext uri="{BB962C8B-B14F-4D97-AF65-F5344CB8AC3E}">
        <p14:creationId xmlns:p14="http://schemas.microsoft.com/office/powerpoint/2010/main" val="31810278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日期占位符 1">
            <a:extLst>
              <a:ext uri="{FF2B5EF4-FFF2-40B4-BE49-F238E27FC236}">
                <a16:creationId xmlns:a16="http://schemas.microsoft.com/office/drawing/2014/main" id="{FA1C6BA2-220C-C148-07F6-4F9EFDCF0BE8}"/>
              </a:ext>
            </a:extLst>
          </p:cNvPr>
          <p:cNvSpPr>
            <a:spLocks noGrp="1"/>
          </p:cNvSpPr>
          <p:nvPr>
            <p:ph type="dt" sz="half" idx="10"/>
          </p:nvPr>
        </p:nvSpPr>
        <p:spPr>
          <a:xfrm>
            <a:off x="838200" y="6356350"/>
            <a:ext cx="2743200" cy="365125"/>
          </a:xfrm>
          <a:prstGeom prst="rect">
            <a:avLst/>
          </a:prstGeom>
        </p:spPr>
        <p:txBody>
          <a:bodyPr/>
          <a:lstStyle/>
          <a:p>
            <a:fld id="{E8EEF123-5015-42F6-8687-0B3BE1403F52}" type="datetimeFigureOut">
              <a:rPr lang="zh-CN" altLang="en-US" smtClean="0"/>
              <a:t>2026/4/4</a:t>
            </a:fld>
            <a:endParaRPr lang="zh-CN" altLang="en-US"/>
          </a:p>
        </p:txBody>
      </p:sp>
      <p:sp>
        <p:nvSpPr>
          <p:cNvPr id="3" name="页脚占位符 2">
            <a:extLst>
              <a:ext uri="{FF2B5EF4-FFF2-40B4-BE49-F238E27FC236}">
                <a16:creationId xmlns:a16="http://schemas.microsoft.com/office/drawing/2014/main" id="{DC964A1C-DA2A-2AFD-30E4-0884A5B01E45}"/>
              </a:ext>
            </a:extLst>
          </p:cNvPr>
          <p:cNvSpPr>
            <a:spLocks noGrp="1"/>
          </p:cNvSpPr>
          <p:nvPr>
            <p:ph type="ftr" sz="quarter" idx="11"/>
          </p:nvPr>
        </p:nvSpPr>
        <p:spPr>
          <a:xfrm>
            <a:off x="4038600" y="6356350"/>
            <a:ext cx="4114800" cy="365125"/>
          </a:xfrm>
          <a:prstGeom prst="rect">
            <a:avLst/>
          </a:prstGeom>
        </p:spPr>
        <p:txBody>
          <a:bodyPr/>
          <a:lstStyle/>
          <a:p>
            <a:endParaRPr lang="zh-CN" altLang="en-US"/>
          </a:p>
        </p:txBody>
      </p:sp>
      <p:sp>
        <p:nvSpPr>
          <p:cNvPr id="4" name="灯片编号占位符 3">
            <a:extLst>
              <a:ext uri="{FF2B5EF4-FFF2-40B4-BE49-F238E27FC236}">
                <a16:creationId xmlns:a16="http://schemas.microsoft.com/office/drawing/2014/main" id="{EA517830-35C2-8994-A464-96771B0001FB}"/>
              </a:ext>
            </a:extLst>
          </p:cNvPr>
          <p:cNvSpPr>
            <a:spLocks noGrp="1"/>
          </p:cNvSpPr>
          <p:nvPr>
            <p:ph type="sldNum" sz="quarter" idx="12"/>
          </p:nvPr>
        </p:nvSpPr>
        <p:spPr>
          <a:xfrm>
            <a:off x="8610600" y="6356350"/>
            <a:ext cx="2743200" cy="365125"/>
          </a:xfrm>
          <a:prstGeom prst="rect">
            <a:avLst/>
          </a:prstGeom>
        </p:spPr>
        <p:txBody>
          <a:bodyPr/>
          <a:lstStyle/>
          <a:p>
            <a:fld id="{77B631E4-8720-4193-BD91-A57797451EA0}" type="slidenum">
              <a:rPr lang="zh-CN" altLang="en-US" smtClean="0"/>
              <a:t>‹#›</a:t>
            </a:fld>
            <a:endParaRPr lang="zh-CN" altLang="en-US"/>
          </a:p>
        </p:txBody>
      </p:sp>
    </p:spTree>
    <p:extLst>
      <p:ext uri="{BB962C8B-B14F-4D97-AF65-F5344CB8AC3E}">
        <p14:creationId xmlns:p14="http://schemas.microsoft.com/office/powerpoint/2010/main" val="125872938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1B6D2CB4-AB0D-17DE-E2B4-209C273FC345}"/>
              </a:ext>
            </a:extLst>
          </p:cNvPr>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p>
        </p:txBody>
      </p:sp>
      <p:sp>
        <p:nvSpPr>
          <p:cNvPr id="3" name="内容占位符 2">
            <a:extLst>
              <a:ext uri="{FF2B5EF4-FFF2-40B4-BE49-F238E27FC236}">
                <a16:creationId xmlns:a16="http://schemas.microsoft.com/office/drawing/2014/main" id="{0EF0E53D-7A81-84EB-758C-7F237FBAD6D6}"/>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文本占位符 3">
            <a:extLst>
              <a:ext uri="{FF2B5EF4-FFF2-40B4-BE49-F238E27FC236}">
                <a16:creationId xmlns:a16="http://schemas.microsoft.com/office/drawing/2014/main" id="{F99B1241-8411-8D36-A148-57CE3BE46F08}"/>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日期占位符 4">
            <a:extLst>
              <a:ext uri="{FF2B5EF4-FFF2-40B4-BE49-F238E27FC236}">
                <a16:creationId xmlns:a16="http://schemas.microsoft.com/office/drawing/2014/main" id="{F1E7D7C1-BED9-CCE3-1928-1646D4F172AA}"/>
              </a:ext>
            </a:extLst>
          </p:cNvPr>
          <p:cNvSpPr>
            <a:spLocks noGrp="1"/>
          </p:cNvSpPr>
          <p:nvPr>
            <p:ph type="dt" sz="half" idx="10"/>
          </p:nvPr>
        </p:nvSpPr>
        <p:spPr>
          <a:xfrm>
            <a:off x="838200" y="6356350"/>
            <a:ext cx="2743200" cy="365125"/>
          </a:xfrm>
          <a:prstGeom prst="rect">
            <a:avLst/>
          </a:prstGeom>
        </p:spPr>
        <p:txBody>
          <a:bodyPr/>
          <a:lstStyle/>
          <a:p>
            <a:fld id="{E8EEF123-5015-42F6-8687-0B3BE1403F52}" type="datetimeFigureOut">
              <a:rPr lang="zh-CN" altLang="en-US" smtClean="0"/>
              <a:t>2026/4/4</a:t>
            </a:fld>
            <a:endParaRPr lang="zh-CN" altLang="en-US"/>
          </a:p>
        </p:txBody>
      </p:sp>
      <p:sp>
        <p:nvSpPr>
          <p:cNvPr id="6" name="页脚占位符 5">
            <a:extLst>
              <a:ext uri="{FF2B5EF4-FFF2-40B4-BE49-F238E27FC236}">
                <a16:creationId xmlns:a16="http://schemas.microsoft.com/office/drawing/2014/main" id="{CE176011-BC01-0349-F55D-BB6FB83932E4}"/>
              </a:ext>
            </a:extLst>
          </p:cNvPr>
          <p:cNvSpPr>
            <a:spLocks noGrp="1"/>
          </p:cNvSpPr>
          <p:nvPr>
            <p:ph type="ftr" sz="quarter" idx="11"/>
          </p:nvPr>
        </p:nvSpPr>
        <p:spPr>
          <a:xfrm>
            <a:off x="4038600" y="6356350"/>
            <a:ext cx="4114800" cy="365125"/>
          </a:xfrm>
          <a:prstGeom prst="rect">
            <a:avLst/>
          </a:prstGeom>
        </p:spPr>
        <p:txBody>
          <a:bodyPr/>
          <a:lstStyle/>
          <a:p>
            <a:endParaRPr lang="zh-CN" altLang="en-US"/>
          </a:p>
        </p:txBody>
      </p:sp>
      <p:sp>
        <p:nvSpPr>
          <p:cNvPr id="7" name="灯片编号占位符 6">
            <a:extLst>
              <a:ext uri="{FF2B5EF4-FFF2-40B4-BE49-F238E27FC236}">
                <a16:creationId xmlns:a16="http://schemas.microsoft.com/office/drawing/2014/main" id="{D3A4B918-0508-C574-25D4-E60D9AF29121}"/>
              </a:ext>
            </a:extLst>
          </p:cNvPr>
          <p:cNvSpPr>
            <a:spLocks noGrp="1"/>
          </p:cNvSpPr>
          <p:nvPr>
            <p:ph type="sldNum" sz="quarter" idx="12"/>
          </p:nvPr>
        </p:nvSpPr>
        <p:spPr>
          <a:xfrm>
            <a:off x="8610600" y="6356350"/>
            <a:ext cx="2743200" cy="365125"/>
          </a:xfrm>
          <a:prstGeom prst="rect">
            <a:avLst/>
          </a:prstGeom>
        </p:spPr>
        <p:txBody>
          <a:bodyPr/>
          <a:lstStyle/>
          <a:p>
            <a:fld id="{77B631E4-8720-4193-BD91-A57797451EA0}" type="slidenum">
              <a:rPr lang="zh-CN" altLang="en-US" smtClean="0"/>
              <a:t>‹#›</a:t>
            </a:fld>
            <a:endParaRPr lang="zh-CN" altLang="en-US"/>
          </a:p>
        </p:txBody>
      </p:sp>
    </p:spTree>
    <p:extLst>
      <p:ext uri="{BB962C8B-B14F-4D97-AF65-F5344CB8AC3E}">
        <p14:creationId xmlns:p14="http://schemas.microsoft.com/office/powerpoint/2010/main" val="58703124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0D2217CC-6ABA-2E5C-F68E-2016D677390A}"/>
              </a:ext>
            </a:extLst>
          </p:cNvPr>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p>
        </p:txBody>
      </p:sp>
      <p:sp>
        <p:nvSpPr>
          <p:cNvPr id="3" name="图片占位符 2">
            <a:extLst>
              <a:ext uri="{FF2B5EF4-FFF2-40B4-BE49-F238E27FC236}">
                <a16:creationId xmlns:a16="http://schemas.microsoft.com/office/drawing/2014/main" id="{7EF7925F-0C0E-5E47-AB8B-D7C46C5F2C09}"/>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zh-CN" altLang="en-US"/>
              <a:t>单击图标添加图片</a:t>
            </a:r>
          </a:p>
        </p:txBody>
      </p:sp>
      <p:sp>
        <p:nvSpPr>
          <p:cNvPr id="4" name="文本占位符 3">
            <a:extLst>
              <a:ext uri="{FF2B5EF4-FFF2-40B4-BE49-F238E27FC236}">
                <a16:creationId xmlns:a16="http://schemas.microsoft.com/office/drawing/2014/main" id="{437ACCD2-AA78-6C23-14F6-251A042FD032}"/>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日期占位符 4">
            <a:extLst>
              <a:ext uri="{FF2B5EF4-FFF2-40B4-BE49-F238E27FC236}">
                <a16:creationId xmlns:a16="http://schemas.microsoft.com/office/drawing/2014/main" id="{2DDF9F0E-8B9C-0C2B-54FC-1914BEC8AD2A}"/>
              </a:ext>
            </a:extLst>
          </p:cNvPr>
          <p:cNvSpPr>
            <a:spLocks noGrp="1"/>
          </p:cNvSpPr>
          <p:nvPr>
            <p:ph type="dt" sz="half" idx="10"/>
          </p:nvPr>
        </p:nvSpPr>
        <p:spPr>
          <a:xfrm>
            <a:off x="838200" y="6356350"/>
            <a:ext cx="2743200" cy="365125"/>
          </a:xfrm>
          <a:prstGeom prst="rect">
            <a:avLst/>
          </a:prstGeom>
        </p:spPr>
        <p:txBody>
          <a:bodyPr/>
          <a:lstStyle/>
          <a:p>
            <a:fld id="{E8EEF123-5015-42F6-8687-0B3BE1403F52}" type="datetimeFigureOut">
              <a:rPr lang="zh-CN" altLang="en-US" smtClean="0"/>
              <a:t>2026/4/4</a:t>
            </a:fld>
            <a:endParaRPr lang="zh-CN" altLang="en-US"/>
          </a:p>
        </p:txBody>
      </p:sp>
      <p:sp>
        <p:nvSpPr>
          <p:cNvPr id="6" name="页脚占位符 5">
            <a:extLst>
              <a:ext uri="{FF2B5EF4-FFF2-40B4-BE49-F238E27FC236}">
                <a16:creationId xmlns:a16="http://schemas.microsoft.com/office/drawing/2014/main" id="{1FF57E80-0D1C-034D-97FC-0F7515CC5D04}"/>
              </a:ext>
            </a:extLst>
          </p:cNvPr>
          <p:cNvSpPr>
            <a:spLocks noGrp="1"/>
          </p:cNvSpPr>
          <p:nvPr>
            <p:ph type="ftr" sz="quarter" idx="11"/>
          </p:nvPr>
        </p:nvSpPr>
        <p:spPr>
          <a:xfrm>
            <a:off x="4038600" y="6356350"/>
            <a:ext cx="4114800" cy="365125"/>
          </a:xfrm>
          <a:prstGeom prst="rect">
            <a:avLst/>
          </a:prstGeom>
        </p:spPr>
        <p:txBody>
          <a:bodyPr/>
          <a:lstStyle/>
          <a:p>
            <a:endParaRPr lang="zh-CN" altLang="en-US"/>
          </a:p>
        </p:txBody>
      </p:sp>
      <p:sp>
        <p:nvSpPr>
          <p:cNvPr id="7" name="灯片编号占位符 6">
            <a:extLst>
              <a:ext uri="{FF2B5EF4-FFF2-40B4-BE49-F238E27FC236}">
                <a16:creationId xmlns:a16="http://schemas.microsoft.com/office/drawing/2014/main" id="{7B08D629-2887-6D93-5948-37C821477268}"/>
              </a:ext>
            </a:extLst>
          </p:cNvPr>
          <p:cNvSpPr>
            <a:spLocks noGrp="1"/>
          </p:cNvSpPr>
          <p:nvPr>
            <p:ph type="sldNum" sz="quarter" idx="12"/>
          </p:nvPr>
        </p:nvSpPr>
        <p:spPr>
          <a:xfrm>
            <a:off x="8610600" y="6356350"/>
            <a:ext cx="2743200" cy="365125"/>
          </a:xfrm>
          <a:prstGeom prst="rect">
            <a:avLst/>
          </a:prstGeom>
        </p:spPr>
        <p:txBody>
          <a:bodyPr/>
          <a:lstStyle/>
          <a:p>
            <a:fld id="{77B631E4-8720-4193-BD91-A57797451EA0}" type="slidenum">
              <a:rPr lang="zh-CN" altLang="en-US" smtClean="0"/>
              <a:t>‹#›</a:t>
            </a:fld>
            <a:endParaRPr lang="zh-CN" altLang="en-US"/>
          </a:p>
        </p:txBody>
      </p:sp>
    </p:spTree>
    <p:extLst>
      <p:ext uri="{BB962C8B-B14F-4D97-AF65-F5344CB8AC3E}">
        <p14:creationId xmlns:p14="http://schemas.microsoft.com/office/powerpoint/2010/main" val="46701091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BE88E821-5A2C-D478-CC69-D9FCF918B17F}"/>
              </a:ext>
            </a:extLst>
          </p:cNvPr>
          <p:cNvSpPr>
            <a:spLocks noGrp="1"/>
          </p:cNvSpPr>
          <p:nvPr>
            <p:ph type="title"/>
          </p:nvPr>
        </p:nvSpPr>
        <p:spPr/>
        <p:txBody>
          <a:bodyPr/>
          <a:lstStyle/>
          <a:p>
            <a:r>
              <a:rPr lang="zh-CN" altLang="en-US"/>
              <a:t>单击此处编辑母版标题样式</a:t>
            </a:r>
          </a:p>
        </p:txBody>
      </p:sp>
      <p:sp>
        <p:nvSpPr>
          <p:cNvPr id="3" name="竖排文字占位符 2">
            <a:extLst>
              <a:ext uri="{FF2B5EF4-FFF2-40B4-BE49-F238E27FC236}">
                <a16:creationId xmlns:a16="http://schemas.microsoft.com/office/drawing/2014/main" id="{F138B5FD-C9D5-1F5D-4127-D4692377A88D}"/>
              </a:ext>
            </a:extLst>
          </p:cNvPr>
          <p:cNvSpPr>
            <a:spLocks noGrp="1"/>
          </p:cNvSpPr>
          <p:nvPr>
            <p:ph type="body" orient="vert" idx="1"/>
          </p:nvPr>
        </p:nvSpPr>
        <p:spPr/>
        <p:txBody>
          <a:bodyPr vert="eaVe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a:extLst>
              <a:ext uri="{FF2B5EF4-FFF2-40B4-BE49-F238E27FC236}">
                <a16:creationId xmlns:a16="http://schemas.microsoft.com/office/drawing/2014/main" id="{6BADB43B-FD92-40FB-7B50-30ECF4001019}"/>
              </a:ext>
            </a:extLst>
          </p:cNvPr>
          <p:cNvSpPr>
            <a:spLocks noGrp="1"/>
          </p:cNvSpPr>
          <p:nvPr>
            <p:ph type="dt" sz="half" idx="10"/>
          </p:nvPr>
        </p:nvSpPr>
        <p:spPr>
          <a:xfrm>
            <a:off x="838200" y="6356350"/>
            <a:ext cx="2743200" cy="365125"/>
          </a:xfrm>
          <a:prstGeom prst="rect">
            <a:avLst/>
          </a:prstGeom>
        </p:spPr>
        <p:txBody>
          <a:bodyPr/>
          <a:lstStyle/>
          <a:p>
            <a:fld id="{E8EEF123-5015-42F6-8687-0B3BE1403F52}" type="datetimeFigureOut">
              <a:rPr lang="zh-CN" altLang="en-US" smtClean="0"/>
              <a:t>2026/4/4</a:t>
            </a:fld>
            <a:endParaRPr lang="zh-CN" altLang="en-US"/>
          </a:p>
        </p:txBody>
      </p:sp>
      <p:sp>
        <p:nvSpPr>
          <p:cNvPr id="5" name="页脚占位符 4">
            <a:extLst>
              <a:ext uri="{FF2B5EF4-FFF2-40B4-BE49-F238E27FC236}">
                <a16:creationId xmlns:a16="http://schemas.microsoft.com/office/drawing/2014/main" id="{84BC46E9-B1B0-7A6A-491D-CC69ED64702D}"/>
              </a:ext>
            </a:extLst>
          </p:cNvPr>
          <p:cNvSpPr>
            <a:spLocks noGrp="1"/>
          </p:cNvSpPr>
          <p:nvPr>
            <p:ph type="ftr" sz="quarter" idx="11"/>
          </p:nvPr>
        </p:nvSpPr>
        <p:spPr>
          <a:xfrm>
            <a:off x="4038600" y="6356350"/>
            <a:ext cx="4114800" cy="365125"/>
          </a:xfrm>
          <a:prstGeom prst="rect">
            <a:avLst/>
          </a:prstGeom>
        </p:spPr>
        <p:txBody>
          <a:bodyPr/>
          <a:lstStyle/>
          <a:p>
            <a:endParaRPr lang="zh-CN" altLang="en-US"/>
          </a:p>
        </p:txBody>
      </p:sp>
      <p:sp>
        <p:nvSpPr>
          <p:cNvPr id="6" name="灯片编号占位符 5">
            <a:extLst>
              <a:ext uri="{FF2B5EF4-FFF2-40B4-BE49-F238E27FC236}">
                <a16:creationId xmlns:a16="http://schemas.microsoft.com/office/drawing/2014/main" id="{98019B09-F8C1-4ACD-8941-CB6457B59B2E}"/>
              </a:ext>
            </a:extLst>
          </p:cNvPr>
          <p:cNvSpPr>
            <a:spLocks noGrp="1"/>
          </p:cNvSpPr>
          <p:nvPr>
            <p:ph type="sldNum" sz="quarter" idx="12"/>
          </p:nvPr>
        </p:nvSpPr>
        <p:spPr>
          <a:xfrm>
            <a:off x="8610600" y="6356350"/>
            <a:ext cx="2743200" cy="365125"/>
          </a:xfrm>
          <a:prstGeom prst="rect">
            <a:avLst/>
          </a:prstGeom>
        </p:spPr>
        <p:txBody>
          <a:bodyPr/>
          <a:lstStyle/>
          <a:p>
            <a:fld id="{77B631E4-8720-4193-BD91-A57797451EA0}" type="slidenum">
              <a:rPr lang="zh-CN" altLang="en-US" smtClean="0"/>
              <a:t>‹#›</a:t>
            </a:fld>
            <a:endParaRPr lang="zh-CN" altLang="en-US"/>
          </a:p>
        </p:txBody>
      </p:sp>
    </p:spTree>
    <p:extLst>
      <p:ext uri="{BB962C8B-B14F-4D97-AF65-F5344CB8AC3E}">
        <p14:creationId xmlns:p14="http://schemas.microsoft.com/office/powerpoint/2010/main" val="362489788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竖排标题 1">
            <a:extLst>
              <a:ext uri="{FF2B5EF4-FFF2-40B4-BE49-F238E27FC236}">
                <a16:creationId xmlns:a16="http://schemas.microsoft.com/office/drawing/2014/main" id="{E12E23E3-A5B8-E1F3-CCAE-C8FC03986976}"/>
              </a:ext>
            </a:extLst>
          </p:cNvPr>
          <p:cNvSpPr>
            <a:spLocks noGrp="1"/>
          </p:cNvSpPr>
          <p:nvPr>
            <p:ph type="title" orient="vert"/>
          </p:nvPr>
        </p:nvSpPr>
        <p:spPr>
          <a:xfrm>
            <a:off x="8724900" y="365125"/>
            <a:ext cx="2628900" cy="5811838"/>
          </a:xfrm>
        </p:spPr>
        <p:txBody>
          <a:bodyPr vert="eaVert"/>
          <a:lstStyle/>
          <a:p>
            <a:r>
              <a:rPr lang="zh-CN" altLang="en-US"/>
              <a:t>单击此处编辑母版标题样式</a:t>
            </a:r>
          </a:p>
        </p:txBody>
      </p:sp>
      <p:sp>
        <p:nvSpPr>
          <p:cNvPr id="3" name="竖排文字占位符 2">
            <a:extLst>
              <a:ext uri="{FF2B5EF4-FFF2-40B4-BE49-F238E27FC236}">
                <a16:creationId xmlns:a16="http://schemas.microsoft.com/office/drawing/2014/main" id="{935ABE13-47FF-9320-0BD9-0213F7FC7BE1}"/>
              </a:ext>
            </a:extLst>
          </p:cNvPr>
          <p:cNvSpPr>
            <a:spLocks noGrp="1"/>
          </p:cNvSpPr>
          <p:nvPr>
            <p:ph type="body" orient="vert" idx="1"/>
          </p:nvPr>
        </p:nvSpPr>
        <p:spPr>
          <a:xfrm>
            <a:off x="838200" y="365125"/>
            <a:ext cx="7734300" cy="5811838"/>
          </a:xfrm>
        </p:spPr>
        <p:txBody>
          <a:bodyPr vert="eaVe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a:extLst>
              <a:ext uri="{FF2B5EF4-FFF2-40B4-BE49-F238E27FC236}">
                <a16:creationId xmlns:a16="http://schemas.microsoft.com/office/drawing/2014/main" id="{81BB3054-4D7F-3B3B-E1A3-1357944A128E}"/>
              </a:ext>
            </a:extLst>
          </p:cNvPr>
          <p:cNvSpPr>
            <a:spLocks noGrp="1"/>
          </p:cNvSpPr>
          <p:nvPr>
            <p:ph type="dt" sz="half" idx="10"/>
          </p:nvPr>
        </p:nvSpPr>
        <p:spPr>
          <a:xfrm>
            <a:off x="838200" y="6356350"/>
            <a:ext cx="2743200" cy="365125"/>
          </a:xfrm>
          <a:prstGeom prst="rect">
            <a:avLst/>
          </a:prstGeom>
        </p:spPr>
        <p:txBody>
          <a:bodyPr/>
          <a:lstStyle/>
          <a:p>
            <a:fld id="{E8EEF123-5015-42F6-8687-0B3BE1403F52}" type="datetimeFigureOut">
              <a:rPr lang="zh-CN" altLang="en-US" smtClean="0"/>
              <a:t>2026/4/4</a:t>
            </a:fld>
            <a:endParaRPr lang="zh-CN" altLang="en-US"/>
          </a:p>
        </p:txBody>
      </p:sp>
      <p:sp>
        <p:nvSpPr>
          <p:cNvPr id="5" name="页脚占位符 4">
            <a:extLst>
              <a:ext uri="{FF2B5EF4-FFF2-40B4-BE49-F238E27FC236}">
                <a16:creationId xmlns:a16="http://schemas.microsoft.com/office/drawing/2014/main" id="{E202E990-2169-8BC6-65CE-47FB9207B7E0}"/>
              </a:ext>
            </a:extLst>
          </p:cNvPr>
          <p:cNvSpPr>
            <a:spLocks noGrp="1"/>
          </p:cNvSpPr>
          <p:nvPr>
            <p:ph type="ftr" sz="quarter" idx="11"/>
          </p:nvPr>
        </p:nvSpPr>
        <p:spPr>
          <a:xfrm>
            <a:off x="4038600" y="6356350"/>
            <a:ext cx="4114800" cy="365125"/>
          </a:xfrm>
          <a:prstGeom prst="rect">
            <a:avLst/>
          </a:prstGeom>
        </p:spPr>
        <p:txBody>
          <a:bodyPr/>
          <a:lstStyle/>
          <a:p>
            <a:endParaRPr lang="zh-CN" altLang="en-US"/>
          </a:p>
        </p:txBody>
      </p:sp>
      <p:sp>
        <p:nvSpPr>
          <p:cNvPr id="6" name="灯片编号占位符 5">
            <a:extLst>
              <a:ext uri="{FF2B5EF4-FFF2-40B4-BE49-F238E27FC236}">
                <a16:creationId xmlns:a16="http://schemas.microsoft.com/office/drawing/2014/main" id="{6C2F675A-7299-AC6A-E0D6-3D6A6E1549D8}"/>
              </a:ext>
            </a:extLst>
          </p:cNvPr>
          <p:cNvSpPr>
            <a:spLocks noGrp="1"/>
          </p:cNvSpPr>
          <p:nvPr>
            <p:ph type="sldNum" sz="quarter" idx="12"/>
          </p:nvPr>
        </p:nvSpPr>
        <p:spPr>
          <a:xfrm>
            <a:off x="8610600" y="6356350"/>
            <a:ext cx="2743200" cy="365125"/>
          </a:xfrm>
          <a:prstGeom prst="rect">
            <a:avLst/>
          </a:prstGeom>
        </p:spPr>
        <p:txBody>
          <a:bodyPr/>
          <a:lstStyle/>
          <a:p>
            <a:fld id="{77B631E4-8720-4193-BD91-A57797451EA0}" type="slidenum">
              <a:rPr lang="zh-CN" altLang="en-US" smtClean="0"/>
              <a:t>‹#›</a:t>
            </a:fld>
            <a:endParaRPr lang="zh-CN" altLang="en-US"/>
          </a:p>
        </p:txBody>
      </p:sp>
    </p:spTree>
    <p:extLst>
      <p:ext uri="{BB962C8B-B14F-4D97-AF65-F5344CB8AC3E}">
        <p14:creationId xmlns:p14="http://schemas.microsoft.com/office/powerpoint/2010/main" val="1732738245"/>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cSld name="1_标题幻灯片">
    <p:spTree>
      <p:nvGrpSpPr>
        <p:cNvPr id="1" name=""/>
        <p:cNvGrpSpPr/>
        <p:nvPr/>
      </p:nvGrpSpPr>
      <p:grpSpPr>
        <a:xfrm>
          <a:off x="0" y="0"/>
          <a:ext cx="0" cy="0"/>
          <a:chOff x="0" y="0"/>
          <a:chExt cx="0" cy="0"/>
        </a:xfrm>
      </p:grpSpPr>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单击此处编辑母版副标题样式</a:t>
            </a:r>
            <a:endParaRPr lang="en-US" dirty="0"/>
          </a:p>
        </p:txBody>
      </p:sp>
      <p:sp>
        <p:nvSpPr>
          <p:cNvPr id="14" name="标题 13">
            <a:extLst>
              <a:ext uri="{FF2B5EF4-FFF2-40B4-BE49-F238E27FC236}">
                <a16:creationId xmlns:a16="http://schemas.microsoft.com/office/drawing/2014/main" id="{64A1D4AA-A48D-D777-0AD4-B6CC476AC0FE}"/>
              </a:ext>
            </a:extLst>
          </p:cNvPr>
          <p:cNvSpPr>
            <a:spLocks noGrp="1"/>
          </p:cNvSpPr>
          <p:nvPr>
            <p:ph type="title"/>
          </p:nvPr>
        </p:nvSpPr>
        <p:spPr/>
        <p:txBody>
          <a:bodyPr/>
          <a:lstStyle/>
          <a:p>
            <a:r>
              <a:rPr lang="zh-CN" altLang="en-US"/>
              <a:t>单击此处编辑母版标题样式</a:t>
            </a:r>
          </a:p>
        </p:txBody>
      </p:sp>
    </p:spTree>
    <p:extLst>
      <p:ext uri="{BB962C8B-B14F-4D97-AF65-F5344CB8AC3E}">
        <p14:creationId xmlns:p14="http://schemas.microsoft.com/office/powerpoint/2010/main" val="3030727779"/>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13.xml><?xml version="1.0" encoding="utf-8"?>
<p:sldLayout xmlns:a="http://schemas.openxmlformats.org/drawingml/2006/main" xmlns:r="http://schemas.openxmlformats.org/officeDocument/2006/relationships" xmlns:p="http://schemas.openxmlformats.org/presentationml/2006/main">
  <p:cSld name="2_标题幻灯片">
    <p:spTree>
      <p:nvGrpSpPr>
        <p:cNvPr id="1" name=""/>
        <p:cNvGrpSpPr/>
        <p:nvPr/>
      </p:nvGrpSpPr>
      <p:grpSpPr>
        <a:xfrm>
          <a:off x="0" y="0"/>
          <a:ext cx="0" cy="0"/>
          <a:chOff x="0" y="0"/>
          <a:chExt cx="0" cy="0"/>
        </a:xfrm>
      </p:grpSpPr>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单击此处编辑母版副标题样式</a:t>
            </a:r>
            <a:endParaRPr lang="en-US"/>
          </a:p>
        </p:txBody>
      </p:sp>
      <p:sp>
        <p:nvSpPr>
          <p:cNvPr id="14" name="标题 13">
            <a:extLst>
              <a:ext uri="{FF2B5EF4-FFF2-40B4-BE49-F238E27FC236}">
                <a16:creationId xmlns:a16="http://schemas.microsoft.com/office/drawing/2014/main" id="{64A1D4AA-A48D-D777-0AD4-B6CC476AC0FE}"/>
              </a:ext>
            </a:extLst>
          </p:cNvPr>
          <p:cNvSpPr>
            <a:spLocks noGrp="1"/>
          </p:cNvSpPr>
          <p:nvPr>
            <p:ph type="title"/>
          </p:nvPr>
        </p:nvSpPr>
        <p:spPr/>
        <p:txBody>
          <a:bodyPr/>
          <a:lstStyle/>
          <a:p>
            <a:r>
              <a:rPr lang="zh-CN" altLang="en-US"/>
              <a:t>单击此处编辑母版标题样式</a:t>
            </a:r>
          </a:p>
        </p:txBody>
      </p:sp>
    </p:spTree>
    <p:extLst>
      <p:ext uri="{BB962C8B-B14F-4D97-AF65-F5344CB8AC3E}">
        <p14:creationId xmlns:p14="http://schemas.microsoft.com/office/powerpoint/2010/main" val="1662639442"/>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14.xml><?xml version="1.0" encoding="utf-8"?>
<p:sldLayout xmlns:a="http://schemas.openxmlformats.org/drawingml/2006/main" xmlns:r="http://schemas.openxmlformats.org/officeDocument/2006/relationships" xmlns:p="http://schemas.openxmlformats.org/presentationml/2006/main" userDrawn="1">
  <p:cSld name="标题幻灯片">
    <p:spTree>
      <p:nvGrpSpPr>
        <p:cNvPr id="1" name=""/>
        <p:cNvGrpSpPr/>
        <p:nvPr/>
      </p:nvGrpSpPr>
      <p:grpSpPr>
        <a:xfrm>
          <a:off x="0" y="0"/>
          <a:ext cx="0" cy="0"/>
          <a:chOff x="0" y="0"/>
          <a:chExt cx="0" cy="0"/>
        </a:xfrm>
      </p:grpSpPr>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单击此处编辑母版副标题样式</a:t>
            </a:r>
            <a:endParaRPr lang="en-US"/>
          </a:p>
        </p:txBody>
      </p:sp>
      <p:sp>
        <p:nvSpPr>
          <p:cNvPr id="14" name="标题 13">
            <a:extLst>
              <a:ext uri="{FF2B5EF4-FFF2-40B4-BE49-F238E27FC236}">
                <a16:creationId xmlns:a16="http://schemas.microsoft.com/office/drawing/2014/main" id="{64A1D4AA-A48D-D777-0AD4-B6CC476AC0FE}"/>
              </a:ext>
            </a:extLst>
          </p:cNvPr>
          <p:cNvSpPr>
            <a:spLocks noGrp="1"/>
          </p:cNvSpPr>
          <p:nvPr>
            <p:ph type="title"/>
          </p:nvPr>
        </p:nvSpPr>
        <p:spPr/>
        <p:txBody>
          <a:bodyPr/>
          <a:lstStyle/>
          <a:p>
            <a:r>
              <a:rPr lang="zh-CN" altLang="en-US"/>
              <a:t>单击此处编辑母版标题样式</a:t>
            </a:r>
          </a:p>
        </p:txBody>
      </p:sp>
    </p:spTree>
    <p:extLst>
      <p:ext uri="{BB962C8B-B14F-4D97-AF65-F5344CB8AC3E}">
        <p14:creationId xmlns:p14="http://schemas.microsoft.com/office/powerpoint/2010/main" val="2670949983"/>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Masters/_rels/slideMaster1.xml.rels><?xml version="1.0" encoding="UTF-8"?><Relationships xmlns="http://schemas.openxmlformats.org/package/2006/relationships"><Relationship Id="rId8" Target="../slideLayouts/slideLayout8.xml" Type="http://schemas.openxmlformats.org/officeDocument/2006/relationships/slideLayout" /><Relationship Id="rId13" Target="../slideLayouts/slideLayout13.xml" Type="http://schemas.openxmlformats.org/officeDocument/2006/relationships/slideLayout" /><Relationship Id="rId18" Target="../media/hdphoto1.wdp" Type="http://schemas.microsoft.com/office/2007/relationships/hdphoto" /><Relationship Id="rId3" Target="../slideLayouts/slideLayout3.xml" Type="http://schemas.openxmlformats.org/officeDocument/2006/relationships/slideLayout" /><Relationship Id="rId7" Target="../slideLayouts/slideLayout7.xml" Type="http://schemas.openxmlformats.org/officeDocument/2006/relationships/slideLayout" /><Relationship Id="rId12" Target="../slideLayouts/slideLayout12.xml" Type="http://schemas.openxmlformats.org/officeDocument/2006/relationships/slideLayout" /><Relationship Id="rId17" Target="../media/image2.png" Type="http://schemas.openxmlformats.org/officeDocument/2006/relationships/image" /><Relationship Id="rId2" Target="../slideLayouts/slideLayout2.xml" Type="http://schemas.openxmlformats.org/officeDocument/2006/relationships/slideLayout" /><Relationship Id="rId16" Target="../media/image1.jpeg" Type="http://schemas.openxmlformats.org/officeDocument/2006/relationships/image" /><Relationship Id="rId1" Target="../slideLayouts/slideLayout1.xml" Type="http://schemas.openxmlformats.org/officeDocument/2006/relationships/slideLayout" /><Relationship Id="rId6" Target="../slideLayouts/slideLayout6.xml" Type="http://schemas.openxmlformats.org/officeDocument/2006/relationships/slideLayout" /><Relationship Id="rId11" Target="../slideLayouts/slideLayout11.xml" Type="http://schemas.openxmlformats.org/officeDocument/2006/relationships/slideLayout" /><Relationship Id="rId5" Target="../slideLayouts/slideLayout5.xml" Type="http://schemas.openxmlformats.org/officeDocument/2006/relationships/slideLayout" /><Relationship Id="rId15" Target="../theme/theme1.xml" Type="http://schemas.openxmlformats.org/officeDocument/2006/relationships/theme" /><Relationship Id="rId10" Target="../slideLayouts/slideLayout10.xml" Type="http://schemas.openxmlformats.org/officeDocument/2006/relationships/slideLayout" /><Relationship Id="rId19" Target="../media/image3.png" Type="http://schemas.openxmlformats.org/officeDocument/2006/relationships/image" /><Relationship Id="rId4" Target="../slideLayouts/slideLayout4.xml" Type="http://schemas.openxmlformats.org/officeDocument/2006/relationships/slideLayout" /><Relationship Id="rId9" Target="../slideLayouts/slideLayout9.xml" Type="http://schemas.openxmlformats.org/officeDocument/2006/relationships/slideLayout" /><Relationship Id="rId14" Target="../slideLayouts/slideLayout14.xml" Type="http://schemas.openxmlformats.org/officeDocument/2006/relationships/slideLayout" /></Relationships>
</file>

<file path=ppt/slideMasters/slideMaster1.xml><?xml version="1.0" encoding="utf-8"?>
<p:sldMaster xmlns:a="http://schemas.openxmlformats.org/drawingml/2006/main" xmlns:p="http://schemas.openxmlformats.org/presentationml/2006/main" xmlns:r="http://schemas.openxmlformats.org/officeDocument/2006/relationships">
  <p:cSld>
    <p:bg>
      <p:bgPr>
        <a:blipFill dpi="0" rotWithShape="1">
          <a:blip r:embed="rId16">
            <a:alphaModFix amt="20000"/>
            <a:lum/>
          </a:blip>
          <a:srcRect/>
          <a:stretch>
            <a:fillRect b="-17000" t="-17000"/>
          </a:stretch>
        </a:blipFill>
        <a:effectLst/>
      </p:bgPr>
    </p:bg>
    <p:spTree>
      <p:nvGrpSpPr>
        <p:cNvPr id="1" name=""/>
        <p:cNvGrpSpPr/>
        <p:nvPr/>
      </p:nvGrpSpPr>
      <p:grpSpPr>
        <a:xfrm>
          <a:off x="0" y="0"/>
          <a:ext cx="0" cy="0"/>
          <a:chOff x="0" y="0"/>
          <a:chExt cx="0" cy="0"/>
        </a:xfrm>
      </p:grpSpPr>
      <p:sp>
        <p:nvSpPr>
          <p:cNvPr id="2" name="标题占位符 1">
            <a:extLst>
              <a:ext uri="{FF2B5EF4-FFF2-40B4-BE49-F238E27FC236}">
                <a16:creationId xmlns:a16="http://schemas.microsoft.com/office/drawing/2014/main" id="{9714DF98-5C64-7150-9E37-0A26AD552C64}"/>
              </a:ext>
            </a:extLst>
          </p:cNvPr>
          <p:cNvSpPr>
            <a:spLocks noGrp="1"/>
          </p:cNvSpPr>
          <p:nvPr>
            <p:ph type="title"/>
          </p:nvPr>
        </p:nvSpPr>
        <p:spPr>
          <a:xfrm>
            <a:off x="838200" y="735519"/>
            <a:ext cx="10515600" cy="584775"/>
          </a:xfrm>
          <a:prstGeom prst="rect">
            <a:avLst/>
          </a:prstGeom>
          <a:noFill/>
        </p:spPr>
        <p:txBody>
          <a:bodyPr anchor="ctr" bIns="45720" lIns="91440" rIns="91440" rtlCol="0" tIns="45720" vert="horz" wrap="square">
            <a:spAutoFit/>
          </a:bodyPr>
          <a:lstStyle/>
          <a:p>
            <a:pPr lvl="0">
              <a:lnSpc>
                <a:spcPct val="100000"/>
              </a:lnSpc>
              <a:spcBef>
                <a:spcPts val="0"/>
              </a:spcBef>
            </a:pPr>
            <a:r>
              <a:rPr altLang="en-US" dirty="0" lang="zh-CN"/>
              <a:t>单击此处编辑母版标题样式</a:t>
            </a:r>
          </a:p>
        </p:txBody>
      </p:sp>
      <p:sp>
        <p:nvSpPr>
          <p:cNvPr id="3" name="文本占位符 2">
            <a:extLst>
              <a:ext uri="{FF2B5EF4-FFF2-40B4-BE49-F238E27FC236}">
                <a16:creationId xmlns:a16="http://schemas.microsoft.com/office/drawing/2014/main" id="{AF1ED77A-6F56-8189-29CB-B4EB20CA5FD3}"/>
              </a:ext>
            </a:extLst>
          </p:cNvPr>
          <p:cNvSpPr>
            <a:spLocks noGrp="1"/>
          </p:cNvSpPr>
          <p:nvPr>
            <p:ph idx="1" type="body"/>
          </p:nvPr>
        </p:nvSpPr>
        <p:spPr>
          <a:xfrm>
            <a:off x="838200" y="1825625"/>
            <a:ext cx="10515600" cy="4351338"/>
          </a:xfrm>
          <a:prstGeom prst="rect">
            <a:avLst/>
          </a:prstGeom>
        </p:spPr>
        <p:txBody>
          <a:bodyPr bIns="45720" lIns="91440" rIns="91440" rtlCol="0" tIns="45720" vert="horz">
            <a:normAutofit/>
          </a:bodyPr>
          <a:lstStyle/>
          <a:p>
            <a:pPr lvl="0"/>
            <a:r>
              <a:rPr altLang="en-US" dirty="0" lang="zh-CN"/>
              <a:t>单击此处编辑母版文本样式</a:t>
            </a:r>
          </a:p>
          <a:p>
            <a:pPr lvl="1"/>
            <a:r>
              <a:rPr altLang="en-US" dirty="0" lang="zh-CN"/>
              <a:t>二级</a:t>
            </a:r>
          </a:p>
          <a:p>
            <a:pPr lvl="2"/>
            <a:r>
              <a:rPr altLang="en-US" dirty="0" lang="zh-CN"/>
              <a:t>三级</a:t>
            </a:r>
          </a:p>
          <a:p>
            <a:pPr lvl="3"/>
            <a:r>
              <a:rPr altLang="en-US" dirty="0" lang="zh-CN"/>
              <a:t>四级</a:t>
            </a:r>
          </a:p>
          <a:p>
            <a:pPr lvl="4"/>
            <a:r>
              <a:rPr altLang="en-US" dirty="0" lang="zh-CN"/>
              <a:t>五级</a:t>
            </a:r>
          </a:p>
        </p:txBody>
      </p:sp>
      <p:pic>
        <p:nvPicPr>
          <p:cNvPr id="15" name="图片 14">
            <a:extLst>
              <a:ext uri="{FF2B5EF4-FFF2-40B4-BE49-F238E27FC236}">
                <a16:creationId xmlns:a16="http://schemas.microsoft.com/office/drawing/2014/main" id="{6CC9F776-5292-4839-0068-42EAAE8C7659}"/>
              </a:ext>
            </a:extLst>
          </p:cNvPr>
          <p:cNvPicPr>
            <a:picLocks noChangeAspect="1"/>
          </p:cNvPicPr>
          <p:nvPr/>
        </p:nvPicPr>
        <p:blipFill>
          <a:blip r:embed="rId17">
            <a:clrChange>
              <a:clrFrom>
                <a:srgbClr val="FFFFFF"/>
              </a:clrFrom>
              <a:clrTo>
                <a:srgbClr val="FFFFFF">
                  <a:alpha val="0"/>
                </a:srgbClr>
              </a:clrTo>
            </a:clrChange>
            <a:extLst>
              <a:ext uri="{BEBA8EAE-BF5A-486C-A8C5-ECC9F3942E4B}">
                <a14:imgProps xmlns:a14="http://schemas.microsoft.com/office/drawing/2010/main">
                  <a14:imgLayer r:embed="rId18">
                    <a14:imgEffect>
                      <a14:sharpenSoften amount="50000"/>
                    </a14:imgEffect>
                  </a14:imgLayer>
                </a14:imgProps>
              </a:ext>
            </a:extLst>
          </a:blip>
          <a:stretch>
            <a:fillRect/>
          </a:stretch>
        </p:blipFill>
        <p:spPr>
          <a:xfrm>
            <a:off x="9555894" y="6281738"/>
            <a:ext cx="2255106" cy="482845"/>
          </a:xfrm>
          <a:prstGeom prst="rect">
            <a:avLst/>
          </a:prstGeom>
        </p:spPr>
      </p:pic>
      <p:sp>
        <p:nvSpPr>
          <p:cNvPr id="16" name="文本框 15">
            <a:extLst>
              <a:ext uri="{FF2B5EF4-FFF2-40B4-BE49-F238E27FC236}">
                <a16:creationId xmlns:a16="http://schemas.microsoft.com/office/drawing/2014/main" id="{10252A6B-D22C-1FFF-7CD7-2797A3B06E02}"/>
              </a:ext>
            </a:extLst>
          </p:cNvPr>
          <p:cNvSpPr txBox="1"/>
          <p:nvPr userDrawn="1"/>
        </p:nvSpPr>
        <p:spPr>
          <a:xfrm>
            <a:off x="266700" y="6358381"/>
            <a:ext cx="7391400" cy="369332"/>
          </a:xfrm>
          <a:prstGeom prst="rect">
            <a:avLst/>
          </a:prstGeom>
          <a:noFill/>
        </p:spPr>
        <p:txBody>
          <a:bodyPr wrap="square">
            <a:spAutoFit/>
          </a:bodyPr>
          <a:lstStyle/>
          <a:p>
            <a:r>
              <a:rPr altLang="zh-CN" b="1" dirty="0" lang="en-US" sz="1800">
                <a:solidFill>
                  <a:schemeClr val="accent1">
                    <a:lumMod val="50000"/>
                  </a:schemeClr>
                </a:solidFill>
                <a:latin typeface="+mn-ea"/>
                <a:ea typeface="+mn-ea"/>
              </a:rPr>
              <a:t>Spark</a:t>
            </a:r>
            <a:r>
              <a:rPr altLang="en-US" b="1" dirty="0" lang="zh-CN" sz="1800">
                <a:solidFill>
                  <a:schemeClr val="accent1">
                    <a:lumMod val="50000"/>
                  </a:schemeClr>
                </a:solidFill>
                <a:latin typeface="+mn-ea"/>
                <a:ea typeface="+mn-ea"/>
              </a:rPr>
              <a:t>大数据处理与分析</a:t>
            </a:r>
            <a:endParaRPr altLang="zh-CN" b="1" dirty="0" lang="en-US" sz="1800">
              <a:solidFill>
                <a:schemeClr val="accent1">
                  <a:lumMod val="50000"/>
                </a:schemeClr>
              </a:solidFill>
              <a:latin typeface="+mn-ea"/>
              <a:ea typeface="+mn-ea"/>
            </a:endParaRPr>
          </a:p>
        </p:txBody>
      </p:sp>
      <p:sp>
        <p:nvSpPr>
          <p:cNvPr id="17" name="矩形 16">
            <a:extLst>
              <a:ext uri="{FF2B5EF4-FFF2-40B4-BE49-F238E27FC236}">
                <a16:creationId xmlns:a16="http://schemas.microsoft.com/office/drawing/2014/main" id="{697A2A7D-0836-8064-84AF-C5C04388AF55}"/>
              </a:ext>
            </a:extLst>
          </p:cNvPr>
          <p:cNvSpPr/>
          <p:nvPr/>
        </p:nvSpPr>
        <p:spPr>
          <a:xfrm>
            <a:off x="0" y="6176963"/>
            <a:ext cx="12192000" cy="45719"/>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anchor="ctr" rtlCol="0"/>
          <a:lstStyle/>
          <a:p>
            <a:pPr algn="ctr"/>
            <a:endParaRPr altLang="en-US" lang="zh-CN"/>
          </a:p>
        </p:txBody>
      </p:sp>
      <p:sp>
        <p:nvSpPr>
          <p:cNvPr id="20" name="灯片编号占位符 19">
            <a:extLst>
              <a:ext uri="{FF2B5EF4-FFF2-40B4-BE49-F238E27FC236}">
                <a16:creationId xmlns:a16="http://schemas.microsoft.com/office/drawing/2014/main" id="{4E42EA9E-7BFF-27BB-8638-431F7EB183E5}"/>
              </a:ext>
            </a:extLst>
          </p:cNvPr>
          <p:cNvSpPr>
            <a:spLocks noGrp="1"/>
          </p:cNvSpPr>
          <p:nvPr>
            <p:ph idx="4" sz="quarter" type="sldNum"/>
          </p:nvPr>
        </p:nvSpPr>
        <p:spPr>
          <a:xfrm>
            <a:off x="8610600" y="6356350"/>
            <a:ext cx="2743200" cy="365125"/>
          </a:xfrm>
          <a:prstGeom prst="rect">
            <a:avLst/>
          </a:prstGeom>
        </p:spPr>
        <p:txBody>
          <a:bodyPr anchor="ctr" bIns="45720" lIns="91440" rIns="91440" rtlCol="0" tIns="45720" vert="horz"/>
          <a:lstStyle>
            <a:lvl1pPr algn="r">
              <a:defRPr sz="1200">
                <a:solidFill>
                  <a:schemeClr val="tx1">
                    <a:tint val="75000"/>
                  </a:schemeClr>
                </a:solidFill>
              </a:defRPr>
            </a:lvl1pPr>
          </a:lstStyle>
          <a:p>
            <a:fld id="{77B631E4-8720-4193-BD91-A57797451EA0}" type="slidenum">
              <a:rPr altLang="en-US" lang="zh-CN" smtClean="0"/>
              <a:t>‹#›</a:t>
            </a:fld>
            <a:endParaRPr altLang="en-US" lang="zh-CN"/>
          </a:p>
        </p:txBody>
      </p:sp>
      <p:sp>
        <p:nvSpPr>
          <p:cNvPr id="23" name="矩形 22">
            <a:extLst>
              <a:ext uri="{FF2B5EF4-FFF2-40B4-BE49-F238E27FC236}">
                <a16:creationId xmlns:a16="http://schemas.microsoft.com/office/drawing/2014/main" id="{BD03D8B6-2E6F-DE3D-066C-D416D1C45132}"/>
              </a:ext>
            </a:extLst>
          </p:cNvPr>
          <p:cNvSpPr/>
          <p:nvPr/>
        </p:nvSpPr>
        <p:spPr>
          <a:xfrm>
            <a:off x="0" y="6176963"/>
            <a:ext cx="12192000" cy="45719"/>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anchor="ctr" rtlCol="0"/>
          <a:lstStyle/>
          <a:p>
            <a:pPr algn="ctr"/>
            <a:endParaRPr altLang="en-US" lang="zh-CN"/>
          </a:p>
        </p:txBody>
      </p:sp>
      <p:pic>
        <p:nvPicPr>
          <p:cNvPr id="4" name="图片 3">
            <a:extLst>
              <a:ext uri="{FF2B5EF4-FFF2-40B4-BE49-F238E27FC236}">
                <a16:creationId xmlns:a16="http://schemas.microsoft.com/office/drawing/2014/main" id="{33160EEE-490B-5030-FED2-0EC36FD18C3B}"/>
              </a:ext>
            </a:extLst>
          </p:cNvPr>
          <p:cNvPicPr>
            <a:picLocks noChangeAspect="1"/>
          </p:cNvPicPr>
          <p:nvPr/>
        </p:nvPicPr>
        <p:blipFill>
          <a:blip r:embed="rId19">
            <a:clrChange>
              <a:clrFrom>
                <a:srgbClr val="FFFFFF"/>
              </a:clrFrom>
              <a:clrTo>
                <a:srgbClr val="FFFFFF">
                  <a:alpha val="0"/>
                </a:srgbClr>
              </a:clrTo>
            </a:clrChange>
            <a:extLst>
              <a:ext uri="{BEBA8EAE-BF5A-486C-A8C5-ECC9F3942E4B}">
                <a14:imgProps xmlns:a14="http://schemas.microsoft.com/office/drawing/2010/main">
                  <a14:imgLayer r:embed="rId18">
                    <a14:imgEffect>
                      <a14:sharpenSoften amount="50000"/>
                    </a14:imgEffect>
                    <a14:imgEffect>
                      <a14:brightnessContrast contrast="40000"/>
                    </a14:imgEffect>
                  </a14:imgLayer>
                </a14:imgProps>
              </a:ext>
            </a:extLst>
          </a:blip>
          <a:stretch>
            <a:fillRect/>
          </a:stretch>
        </p:blipFill>
        <p:spPr>
          <a:xfrm>
            <a:off x="9555894" y="6281738"/>
            <a:ext cx="2255106" cy="482845"/>
          </a:xfrm>
          <a:prstGeom prst="rect">
            <a:avLst/>
          </a:prstGeom>
        </p:spPr>
      </p:pic>
      <p:sp>
        <p:nvSpPr>
          <p:cNvPr id="6" name="矩形 5">
            <a:extLst>
              <a:ext uri="{FF2B5EF4-FFF2-40B4-BE49-F238E27FC236}">
                <a16:creationId xmlns:a16="http://schemas.microsoft.com/office/drawing/2014/main" id="{6641C8EA-C930-33E7-0AF8-E3DC8FB99AE6}"/>
              </a:ext>
            </a:extLst>
          </p:cNvPr>
          <p:cNvSpPr/>
          <p:nvPr/>
        </p:nvSpPr>
        <p:spPr>
          <a:xfrm>
            <a:off x="0" y="6176963"/>
            <a:ext cx="12192000" cy="45719"/>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anchor="ctr" rtlCol="0"/>
          <a:lstStyle/>
          <a:p>
            <a:pPr algn="ctr"/>
            <a:endParaRPr altLang="en-US" lang="zh-CN"/>
          </a:p>
        </p:txBody>
      </p:sp>
      <p:sp>
        <p:nvSpPr>
          <p:cNvPr id="7" name="矩形 6">
            <a:extLst>
              <a:ext uri="{FF2B5EF4-FFF2-40B4-BE49-F238E27FC236}">
                <a16:creationId xmlns:a16="http://schemas.microsoft.com/office/drawing/2014/main" id="{96B5E3EF-301A-2167-0ED5-3367AB2AEFAA}"/>
              </a:ext>
            </a:extLst>
          </p:cNvPr>
          <p:cNvSpPr/>
          <p:nvPr/>
        </p:nvSpPr>
        <p:spPr>
          <a:xfrm>
            <a:off x="0" y="6176963"/>
            <a:ext cx="12192000" cy="45719"/>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anchor="ctr" rtlCol="0"/>
          <a:lstStyle/>
          <a:p>
            <a:pPr algn="ctr"/>
            <a:endParaRPr altLang="en-US" lang="zh-CN"/>
          </a:p>
        </p:txBody>
      </p:sp>
      <p:sp>
        <p:nvSpPr>
          <p:cNvPr id="9" name="矩形 8">
            <a:extLst>
              <a:ext uri="{FF2B5EF4-FFF2-40B4-BE49-F238E27FC236}">
                <a16:creationId xmlns:a16="http://schemas.microsoft.com/office/drawing/2014/main" id="{E6FC059A-07D8-B100-64B1-92B15B46D551}"/>
              </a:ext>
            </a:extLst>
          </p:cNvPr>
          <p:cNvSpPr/>
          <p:nvPr/>
        </p:nvSpPr>
        <p:spPr>
          <a:xfrm>
            <a:off x="0" y="6176963"/>
            <a:ext cx="12192000" cy="45719"/>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anchor="ctr" rtlCol="0"/>
          <a:lstStyle/>
          <a:p>
            <a:pPr algn="ctr"/>
            <a:endParaRPr altLang="en-US" lang="zh-CN"/>
          </a:p>
        </p:txBody>
      </p:sp>
      <p:sp>
        <p:nvSpPr>
          <p:cNvPr id="10" name="矩形 9">
            <a:extLst>
              <a:ext uri="{FF2B5EF4-FFF2-40B4-BE49-F238E27FC236}">
                <a16:creationId xmlns:a16="http://schemas.microsoft.com/office/drawing/2014/main" id="{43C829FA-2334-6AE9-EB03-26596912CE91}"/>
              </a:ext>
            </a:extLst>
          </p:cNvPr>
          <p:cNvSpPr/>
          <p:nvPr userDrawn="1"/>
        </p:nvSpPr>
        <p:spPr>
          <a:xfrm>
            <a:off x="0" y="6176963"/>
            <a:ext cx="12192000" cy="45719"/>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anchor="ctr" rtlCol="0"/>
          <a:lstStyle/>
          <a:p>
            <a:pPr algn="ctr"/>
            <a:endParaRPr altLang="en-US" lang="zh-CN"/>
          </a:p>
        </p:txBody>
      </p:sp>
    </p:spTree>
    <p:extLst>
      <p:ext uri="{BB962C8B-B14F-4D97-AF65-F5344CB8AC3E}">
        <p14:creationId xmlns:p14="http://schemas.microsoft.com/office/powerpoint/2010/main" val="1968827069"/>
      </p:ext>
    </p:extLst>
  </p:cSld>
  <p:clrMap accent1="accent1" accent2="accent2" accent3="accent3" accent4="accent4" accent5="accent5" accent6="accent6" bg1="lt1" bg2="lt2" folHlink="folHlink" hlink="hlink" tx1="dk1" tx2="dk2"/>
  <p:sldLayoutIdLst>
    <p:sldLayoutId id="2147483675" r:id="rId1"/>
    <p:sldLayoutId id="2147483676" r:id="rId2"/>
    <p:sldLayoutId id="2147483677" r:id="rId3"/>
    <p:sldLayoutId id="2147483678" r:id="rId4"/>
    <p:sldLayoutId id="2147483679" r:id="rId5"/>
    <p:sldLayoutId id="2147483680" r:id="rId6"/>
    <p:sldLayoutId id="2147483681" r:id="rId7"/>
    <p:sldLayoutId id="2147483682" r:id="rId8"/>
    <p:sldLayoutId id="2147483683" r:id="rId9"/>
    <p:sldLayoutId id="2147483684" r:id="rId10"/>
    <p:sldLayoutId id="2147483685" r:id="rId11"/>
    <p:sldLayoutId id="2147483686" r:id="rId12"/>
    <p:sldLayoutId id="2147483687" r:id="rId13"/>
    <p:sldLayoutId id="2147483673" r:id="rId14"/>
  </p:sldLayoutIdLst>
  <p:txStyles>
    <p:titleStyle>
      <a:lvl1pPr algn="l" defTabSz="914400" eaLnBrk="1" hangingPunct="1" latinLnBrk="0" rtl="0">
        <a:lnSpc>
          <a:spcPct val="90000"/>
        </a:lnSpc>
        <a:spcBef>
          <a:spcPct val="0"/>
        </a:spcBef>
        <a:buNone/>
        <a:defRPr altLang="en-US" b="1" kern="1200" lang="zh-CN" sz="3200">
          <a:solidFill>
            <a:schemeClr val="tx1">
              <a:lumMod val="85000"/>
              <a:lumOff val="15000"/>
            </a:schemeClr>
          </a:solidFill>
          <a:effectLst>
            <a:reflection algn="bl" blurRad="6350" dir="5400000" dist="25400" endPos="27000" rotWithShape="0" stA="30000" sy="-100000"/>
          </a:effectLst>
          <a:latin typeface="+mn-lt"/>
          <a:ea typeface="+mn-ea"/>
          <a:cs typeface="+mn-ea"/>
        </a:defRPr>
      </a:lvl1pPr>
    </p:titleStyle>
    <p:bodyStyle>
      <a:lvl1pPr algn="l" defTabSz="914400" eaLnBrk="1" hangingPunct="1" indent="-228600" latinLnBrk="0" marL="228600" rtl="0">
        <a:lnSpc>
          <a:spcPct val="114000"/>
        </a:lnSpc>
        <a:spcBef>
          <a:spcPts val="1000"/>
        </a:spcBef>
        <a:buFont charset="0" panose="020B0604020202020204" pitchFamily="34" typeface="Arial"/>
        <a:buChar char="•"/>
        <a:defRPr kern="1200" sz="2800">
          <a:solidFill>
            <a:schemeClr val="tx1"/>
          </a:solidFill>
          <a:latin typeface="+mn-lt"/>
          <a:ea typeface="+mn-ea"/>
          <a:cs typeface="+mn-cs"/>
        </a:defRPr>
      </a:lvl1pPr>
      <a:lvl2pPr algn="l" defTabSz="914400" eaLnBrk="1" hangingPunct="1" indent="-228600" latinLnBrk="0" marL="685800" rtl="0">
        <a:lnSpc>
          <a:spcPct val="114000"/>
        </a:lnSpc>
        <a:spcBef>
          <a:spcPts val="500"/>
        </a:spcBef>
        <a:buFont charset="0" panose="020B0604020202020204" pitchFamily="34" typeface="Arial"/>
        <a:buChar char="•"/>
        <a:defRPr kern="1200" sz="2400">
          <a:solidFill>
            <a:schemeClr val="tx1"/>
          </a:solidFill>
          <a:latin typeface="+mn-lt"/>
          <a:ea typeface="+mn-ea"/>
          <a:cs typeface="+mn-cs"/>
        </a:defRPr>
      </a:lvl2pPr>
      <a:lvl3pPr algn="l" defTabSz="914400" eaLnBrk="1" hangingPunct="1" indent="-228600" latinLnBrk="0" marL="1143000" rtl="0">
        <a:lnSpc>
          <a:spcPct val="114000"/>
        </a:lnSpc>
        <a:spcBef>
          <a:spcPts val="500"/>
        </a:spcBef>
        <a:buFont charset="0" panose="020B0604020202020204" pitchFamily="34" typeface="Arial"/>
        <a:buChar char="•"/>
        <a:defRPr kern="1200" sz="2000">
          <a:solidFill>
            <a:schemeClr val="tx1"/>
          </a:solidFill>
          <a:latin typeface="+mn-lt"/>
          <a:ea typeface="+mn-ea"/>
          <a:cs typeface="+mn-cs"/>
        </a:defRPr>
      </a:lvl3pPr>
      <a:lvl4pPr algn="l" defTabSz="914400" eaLnBrk="1" hangingPunct="1" indent="-228600" latinLnBrk="0" marL="1600200" rtl="0">
        <a:lnSpc>
          <a:spcPct val="114000"/>
        </a:lnSpc>
        <a:spcBef>
          <a:spcPts val="500"/>
        </a:spcBef>
        <a:buFont charset="0" panose="020B0604020202020204" pitchFamily="34" typeface="Arial"/>
        <a:buChar char="•"/>
        <a:defRPr kern="1200" sz="2000">
          <a:solidFill>
            <a:schemeClr val="tx1"/>
          </a:solidFill>
          <a:latin typeface="+mn-lt"/>
          <a:ea typeface="+mn-ea"/>
          <a:cs typeface="+mn-cs"/>
        </a:defRPr>
      </a:lvl4pPr>
      <a:lvl5pPr algn="l" defTabSz="914400" eaLnBrk="1" hangingPunct="1" indent="-228600" latinLnBrk="0" marL="2057400" rtl="0">
        <a:lnSpc>
          <a:spcPct val="114000"/>
        </a:lnSpc>
        <a:spcBef>
          <a:spcPts val="500"/>
        </a:spcBef>
        <a:buFont charset="0" panose="020B0604020202020204" pitchFamily="34" typeface="Arial"/>
        <a:buChar char="•"/>
        <a:defRPr kern="1200" sz="2000">
          <a:solidFill>
            <a:schemeClr val="tx1"/>
          </a:solidFill>
          <a:latin typeface="+mn-lt"/>
          <a:ea typeface="+mn-ea"/>
          <a:cs typeface="+mn-cs"/>
        </a:defRPr>
      </a:lvl5pPr>
      <a:lvl6pPr algn="l" defTabSz="914400" eaLnBrk="1" hangingPunct="1" indent="-228600" latinLnBrk="0" marL="2514600" rtl="0">
        <a:lnSpc>
          <a:spcPct val="90000"/>
        </a:lnSpc>
        <a:spcBef>
          <a:spcPts val="500"/>
        </a:spcBef>
        <a:buFont charset="0" panose="020B0604020202020204" pitchFamily="34" typeface="Arial"/>
        <a:buChar char="•"/>
        <a:defRPr kern="1200" sz="1800">
          <a:solidFill>
            <a:schemeClr val="tx1"/>
          </a:solidFill>
          <a:latin typeface="+mn-lt"/>
          <a:ea typeface="+mn-ea"/>
          <a:cs typeface="+mn-cs"/>
        </a:defRPr>
      </a:lvl6pPr>
      <a:lvl7pPr algn="l" defTabSz="914400" eaLnBrk="1" hangingPunct="1" indent="-228600" latinLnBrk="0" marL="2971800" rtl="0">
        <a:lnSpc>
          <a:spcPct val="90000"/>
        </a:lnSpc>
        <a:spcBef>
          <a:spcPts val="500"/>
        </a:spcBef>
        <a:buFont charset="0" panose="020B0604020202020204" pitchFamily="34" typeface="Arial"/>
        <a:buChar char="•"/>
        <a:defRPr kern="1200" sz="1800">
          <a:solidFill>
            <a:schemeClr val="tx1"/>
          </a:solidFill>
          <a:latin typeface="+mn-lt"/>
          <a:ea typeface="+mn-ea"/>
          <a:cs typeface="+mn-cs"/>
        </a:defRPr>
      </a:lvl7pPr>
      <a:lvl8pPr algn="l" defTabSz="914400" eaLnBrk="1" hangingPunct="1" indent="-228600" latinLnBrk="0" marL="3429000" rtl="0">
        <a:lnSpc>
          <a:spcPct val="90000"/>
        </a:lnSpc>
        <a:spcBef>
          <a:spcPts val="500"/>
        </a:spcBef>
        <a:buFont charset="0" panose="020B0604020202020204" pitchFamily="34" typeface="Arial"/>
        <a:buChar char="•"/>
        <a:defRPr kern="1200" sz="1800">
          <a:solidFill>
            <a:schemeClr val="tx1"/>
          </a:solidFill>
          <a:latin typeface="+mn-lt"/>
          <a:ea typeface="+mn-ea"/>
          <a:cs typeface="+mn-cs"/>
        </a:defRPr>
      </a:lvl8pPr>
      <a:lvl9pPr algn="l" defTabSz="914400" eaLnBrk="1" hangingPunct="1" indent="-228600" latinLnBrk="0" marL="3886200" rtl="0">
        <a:lnSpc>
          <a:spcPct val="90000"/>
        </a:lnSpc>
        <a:spcBef>
          <a:spcPts val="500"/>
        </a:spcBef>
        <a:buFont charset="0" panose="020B0604020202020204" pitchFamily="34" typeface="Arial"/>
        <a:buChar char="•"/>
        <a:defRPr kern="1200" sz="1800">
          <a:solidFill>
            <a:schemeClr val="tx1"/>
          </a:solidFill>
          <a:latin typeface="+mn-lt"/>
          <a:ea typeface="+mn-ea"/>
          <a:cs typeface="+mn-cs"/>
        </a:defRPr>
      </a:lvl9pPr>
    </p:bodyStyle>
    <p:otherStyle>
      <a:defPPr>
        <a:defRPr lang="zh-CN"/>
      </a:defPPr>
      <a:lvl1pPr algn="l" defTabSz="914400" eaLnBrk="1" hangingPunct="1" latinLnBrk="0" marL="0" rtl="0">
        <a:defRPr kern="1200" sz="1800">
          <a:solidFill>
            <a:schemeClr val="tx1"/>
          </a:solidFill>
          <a:latin typeface="+mn-lt"/>
          <a:ea typeface="+mn-ea"/>
          <a:cs typeface="+mn-cs"/>
        </a:defRPr>
      </a:lvl1pPr>
      <a:lvl2pPr algn="l" defTabSz="914400" eaLnBrk="1" hangingPunct="1" latinLnBrk="0" marL="457200" rtl="0">
        <a:defRPr kern="1200" sz="1800">
          <a:solidFill>
            <a:schemeClr val="tx1"/>
          </a:solidFill>
          <a:latin typeface="+mn-lt"/>
          <a:ea typeface="+mn-ea"/>
          <a:cs typeface="+mn-cs"/>
        </a:defRPr>
      </a:lvl2pPr>
      <a:lvl3pPr algn="l" defTabSz="914400" eaLnBrk="1" hangingPunct="1" latinLnBrk="0" marL="914400" rtl="0">
        <a:defRPr kern="1200" sz="1800">
          <a:solidFill>
            <a:schemeClr val="tx1"/>
          </a:solidFill>
          <a:latin typeface="+mn-lt"/>
          <a:ea typeface="+mn-ea"/>
          <a:cs typeface="+mn-cs"/>
        </a:defRPr>
      </a:lvl3pPr>
      <a:lvl4pPr algn="l" defTabSz="914400" eaLnBrk="1" hangingPunct="1" latinLnBrk="0" marL="1371600" rtl="0">
        <a:defRPr kern="1200" sz="1800">
          <a:solidFill>
            <a:schemeClr val="tx1"/>
          </a:solidFill>
          <a:latin typeface="+mn-lt"/>
          <a:ea typeface="+mn-ea"/>
          <a:cs typeface="+mn-cs"/>
        </a:defRPr>
      </a:lvl4pPr>
      <a:lvl5pPr algn="l" defTabSz="914400" eaLnBrk="1" hangingPunct="1" latinLnBrk="0" marL="1828800" rtl="0">
        <a:defRPr kern="1200" sz="1800">
          <a:solidFill>
            <a:schemeClr val="tx1"/>
          </a:solidFill>
          <a:latin typeface="+mn-lt"/>
          <a:ea typeface="+mn-ea"/>
          <a:cs typeface="+mn-cs"/>
        </a:defRPr>
      </a:lvl5pPr>
      <a:lvl6pPr algn="l" defTabSz="914400" eaLnBrk="1" hangingPunct="1" latinLnBrk="0" marL="2286000" rtl="0">
        <a:defRPr kern="1200" sz="1800">
          <a:solidFill>
            <a:schemeClr val="tx1"/>
          </a:solidFill>
          <a:latin typeface="+mn-lt"/>
          <a:ea typeface="+mn-ea"/>
          <a:cs typeface="+mn-cs"/>
        </a:defRPr>
      </a:lvl6pPr>
      <a:lvl7pPr algn="l" defTabSz="914400" eaLnBrk="1" hangingPunct="1" latinLnBrk="0" marL="2743200" rtl="0">
        <a:defRPr kern="1200" sz="1800">
          <a:solidFill>
            <a:schemeClr val="tx1"/>
          </a:solidFill>
          <a:latin typeface="+mn-lt"/>
          <a:ea typeface="+mn-ea"/>
          <a:cs typeface="+mn-cs"/>
        </a:defRPr>
      </a:lvl7pPr>
      <a:lvl8pPr algn="l" defTabSz="914400" eaLnBrk="1" hangingPunct="1" latinLnBrk="0" marL="3200400" rtl="0">
        <a:defRPr kern="1200" sz="1800">
          <a:solidFill>
            <a:schemeClr val="tx1"/>
          </a:solidFill>
          <a:latin typeface="+mn-lt"/>
          <a:ea typeface="+mn-ea"/>
          <a:cs typeface="+mn-cs"/>
        </a:defRPr>
      </a:lvl8pPr>
      <a:lvl9pPr algn="l" defTabSz="914400" eaLnBrk="1" hangingPunct="1" latinLnBrk="0" marL="3657600" rtl="0">
        <a:defRPr kern="1200" sz="1800">
          <a:solidFill>
            <a:schemeClr val="tx1"/>
          </a:solidFill>
          <a:latin typeface="+mn-lt"/>
          <a:ea typeface="+mn-ea"/>
          <a:cs typeface="+mn-cs"/>
        </a:defRPr>
      </a:lvl9pPr>
    </p:otherStyle>
  </p:txStyles>
  <p:extLst>
    <p:ext uri="{27BBF7A9-308A-43DC-89C8-2F10F3537804}">
      <p15:sldGuideLst xmlns:p15="http://schemas.microsoft.com/office/powerpoint/2012/main">
        <p15:guide id="5" orient="horz" pos="2160" userDrawn="1">
          <p15:clr>
            <a:srgbClr val="F26B43"/>
          </p15:clr>
        </p15:guide>
        <p15:guide id="6" pos="3840" userDrawn="1">
          <p15:clr>
            <a:srgbClr val="F26B43"/>
          </p15:clr>
        </p15:guide>
      </p15:sldGuideLst>
    </p:ext>
  </p:extLst>
</p:sldMaster>
</file>

<file path=ppt/slides/_rels/slide1.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1.xml" /></Relationships>
</file>

<file path=ppt/slides/_rels/slide2.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2.xml" /></Relationships>
</file>

<file path=ppt/slides/_rels/slide3.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3.xml" /></Relationships>
</file>

<file path=ppt/slides/_rels/slide4.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4.xml" /><Relationship Id="rId3" Type="http://schemas.openxmlformats.org/officeDocument/2006/relationships/image" Target="../media/image4.jpg" /></Relationships>
</file>

<file path=ppt/slides/_rels/slide5.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5.xml" /><Relationship Id="rId3" Type="http://schemas.openxmlformats.org/officeDocument/2006/relationships/image" Target="../media/image5.jpg" /></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C4406B4F-424B-B307-C3E1-7BA847CEACE2}"/>
              </a:ext>
            </a:extLst>
          </p:cNvPr>
          <p:cNvSpPr>
            <a:spLocks noGrp="1"/>
          </p:cNvSpPr>
          <p:nvPr>
            <p:ph type="title"/>
          </p:nvPr>
        </p:nvSpPr>
        <p:spPr/>
        <p:txBody>
          <a:bodyPr/>
          <a:lstStyle/>
          <a:p>
            <a:pPr lvl="0" indent="0" marL="0">
              <a:buNone/>
            </a:pPr>
            <a:r>
              <a:rPr/>
              <a:t>6.3 图并行系统</a:t>
            </a:r>
          </a:p>
        </p:txBody>
      </p:sp>
      <p:sp>
        <p:nvSpPr>
          <p:cNvPr id="3" name="内容占位符 2">
            <a:extLst>
              <a:ext uri="{FF2B5EF4-FFF2-40B4-BE49-F238E27FC236}">
                <a16:creationId xmlns:a16="http://schemas.microsoft.com/office/drawing/2014/main" id="{B8627936-7FCB-D70F-0816-80204DB4FD19}"/>
              </a:ext>
            </a:extLst>
          </p:cNvPr>
          <p:cNvSpPr>
            <a:spLocks noGrp="1"/>
          </p:cNvSpPr>
          <p:nvPr>
            <p:ph idx="1"/>
          </p:nvPr>
        </p:nvSpPr>
        <p:spPr/>
        <p:txBody>
          <a:bodyPr/>
          <a:lstStyle/>
          <a:p>
            <a:pPr lvl="0"/>
            <a:r>
              <a:rPr/>
              <a:t>并不是所有带有关系的数据都必须进入图计算框架</a:t>
            </a:r>
          </a:p>
          <a:p>
            <a:pPr lvl="0"/>
            <a:r>
              <a:rPr/>
              <a:t>图并行系统真正擅长的是大规模、迭代式图算法</a:t>
            </a:r>
          </a:p>
          <a:p>
            <a:pPr lvl="0"/>
            <a:r>
              <a:rPr/>
              <a:t>就可以将张三和李四关联起来，这种关联关系提供了与两者相关的有价值的信息</a:t>
            </a:r>
          </a:p>
          <a:p>
            <a:pPr lvl="0"/>
            <a:r>
              <a:rPr/>
              <a:t>像Spark和MapReduce等计算框架主要用于对数据集进行各种运算</a:t>
            </a:r>
          </a:p>
        </p:txBody>
      </p:sp>
    </p:spTree>
  </p:cSld>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C4406B4F-424B-B307-C3E1-7BA847CEACE2}"/>
              </a:ext>
            </a:extLst>
          </p:cNvPr>
          <p:cNvSpPr>
            <a:spLocks noGrp="1"/>
          </p:cNvSpPr>
          <p:nvPr>
            <p:ph type="title"/>
          </p:nvPr>
        </p:nvSpPr>
        <p:spPr/>
        <p:txBody>
          <a:bodyPr/>
          <a:lstStyle/>
          <a:p>
            <a:pPr lvl="0" indent="0" marL="0">
              <a:buNone/>
            </a:pPr>
            <a:r>
              <a:rPr/>
              <a:t>6.3 图并行系统（1/2）</a:t>
            </a:r>
          </a:p>
        </p:txBody>
      </p:sp>
      <p:sp>
        <p:nvSpPr>
          <p:cNvPr id="3" name="内容占位符 2">
            <a:extLst>
              <a:ext uri="{FF2B5EF4-FFF2-40B4-BE49-F238E27FC236}">
                <a16:creationId xmlns:a16="http://schemas.microsoft.com/office/drawing/2014/main" id="{B8627936-7FCB-D70F-0816-80204DB4FD19}"/>
              </a:ext>
            </a:extLst>
          </p:cNvPr>
          <p:cNvSpPr>
            <a:spLocks noGrp="1"/>
          </p:cNvSpPr>
          <p:nvPr>
            <p:ph idx="1"/>
          </p:nvPr>
        </p:nvSpPr>
        <p:spPr/>
        <p:txBody>
          <a:bodyPr/>
          <a:lstStyle/>
          <a:p>
            <a:pPr lvl="0"/>
            <a:r>
              <a:rPr/>
              <a:t>并不是所有带有关系的数据都必须进入图计算框架</a:t>
            </a:r>
          </a:p>
          <a:p>
            <a:pPr lvl="0"/>
            <a:r>
              <a:rPr/>
              <a:t>图并行系统真正擅长的是大规模、迭代式图算法</a:t>
            </a:r>
          </a:p>
          <a:p>
            <a:pPr lvl="0"/>
            <a:r>
              <a:rPr/>
              <a:t>就可以将张三和李四关联起来，这种关联关系提供了与两者相关的有价值的信息</a:t>
            </a:r>
          </a:p>
          <a:p>
            <a:pPr lvl="0"/>
            <a:r>
              <a:rPr/>
              <a:t>像Spark和MapReduce等计算框架主要用于对数据集进行各种运算</a:t>
            </a:r>
          </a:p>
        </p:txBody>
      </p:sp>
    </p:spTree>
  </p:cSld>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C4406B4F-424B-B307-C3E1-7BA847CEACE2}"/>
              </a:ext>
            </a:extLst>
          </p:cNvPr>
          <p:cNvSpPr>
            <a:spLocks noGrp="1"/>
          </p:cNvSpPr>
          <p:nvPr>
            <p:ph type="title"/>
          </p:nvPr>
        </p:nvSpPr>
        <p:spPr/>
        <p:txBody>
          <a:bodyPr/>
          <a:lstStyle/>
          <a:p>
            <a:pPr lvl="0" indent="0" marL="0">
              <a:buNone/>
            </a:pPr>
            <a:r>
              <a:rPr/>
              <a:t>6.3 图并行系统（2/2）</a:t>
            </a:r>
          </a:p>
        </p:txBody>
      </p:sp>
      <p:sp>
        <p:nvSpPr>
          <p:cNvPr id="3" name="内容占位符 2">
            <a:extLst>
              <a:ext uri="{FF2B5EF4-FFF2-40B4-BE49-F238E27FC236}">
                <a16:creationId xmlns:a16="http://schemas.microsoft.com/office/drawing/2014/main" id="{B8627936-7FCB-D70F-0816-80204DB4FD19}"/>
              </a:ext>
            </a:extLst>
          </p:cNvPr>
          <p:cNvSpPr>
            <a:spLocks noGrp="1"/>
          </p:cNvSpPr>
          <p:nvPr>
            <p:ph idx="1"/>
          </p:nvPr>
        </p:nvSpPr>
        <p:spPr/>
        <p:txBody>
          <a:bodyPr/>
          <a:lstStyle/>
          <a:p>
            <a:pPr lvl="0"/>
            <a:r>
              <a:rPr/>
              <a:t>需要先了解关于通用的分布式图计算框架的两个常见问题</a:t>
            </a:r>
          </a:p>
          <a:p>
            <a:pPr lvl="0"/>
            <a:r>
              <a:rPr/>
              <a:t>虽然两种方法互有利弊</a:t>
            </a:r>
          </a:p>
          <a:p>
            <a:pPr lvl="0"/>
            <a:r>
              <a:rPr/>
              <a:t>绝大多数网络都是无标度网络，遵循幂律分布</a:t>
            </a:r>
          </a:p>
          <a:p>
            <a:pPr lvl="0"/>
            <a:r>
              <a:rPr/>
              <a:t>于是GAS（Gather Apply Scatter）模型就被提出来解决这个难题</a:t>
            </a:r>
          </a:p>
        </p:txBody>
      </p:sp>
    </p:spTree>
  </p:cSld>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C4406B4F-424B-B307-C3E1-7BA847CEACE2}"/>
              </a:ext>
            </a:extLst>
          </p:cNvPr>
          <p:cNvSpPr>
            <a:spLocks noGrp="1"/>
          </p:cNvSpPr>
          <p:nvPr>
            <p:ph type="title"/>
          </p:nvPr>
        </p:nvSpPr>
        <p:spPr/>
        <p:txBody>
          <a:bodyPr/>
          <a:lstStyle/>
          <a:p>
            <a:pPr lvl="0" indent="0" marL="0">
              <a:buNone/>
            </a:pPr>
            <a:r>
              <a:rPr/>
              <a:t>6.3 图并行系统：图示（1）</a:t>
            </a:r>
          </a:p>
        </p:txBody>
      </p:sp>
      <p:pic>
        <p:nvPicPr>
          <p:cNvPr descr="../../md/media/06_graph_processing/media/image5.jpeg" id="0" name="Picture 1"/>
          <p:cNvPicPr>
            <a:picLocks noGrp="1" noChangeAspect="1"/>
          </p:cNvPicPr>
          <p:nvPr/>
        </p:nvPicPr>
        <p:blipFill>
          <a:blip r:embed="rId3"/>
          <a:stretch>
            <a:fillRect/>
          </a:stretch>
        </p:blipFill>
        <p:spPr bwMode="auto">
          <a:xfrm>
            <a:off x="2959100" y="1816100"/>
            <a:ext cx="6273800" cy="3835400"/>
          </a:xfrm>
          <a:prstGeom prst="rect">
            <a:avLst/>
          </a:prstGeom>
          <a:noFill/>
          <a:ln w="9525">
            <a:noFill/>
            <a:headEnd/>
            <a:tailEnd/>
          </a:ln>
        </p:spPr>
      </p:pic>
      <p:sp>
        <p:nvSpPr>
          <p:cNvPr id="1" name="TextBox 3"/>
          <p:cNvSpPr txBox="1"/>
          <p:nvPr>
            <p:ph idx="1"/>
          </p:nvPr>
        </p:nvSpPr>
        <p:spPr>
          <a:xfrm>
            <a:off x="838200" y="5651500"/>
            <a:ext cx="10515600" cy="508000"/>
          </a:xfrm>
          <a:prstGeom prst="rect">
            <a:avLst/>
          </a:prstGeom>
          <a:noFill/>
        </p:spPr>
        <p:txBody>
          <a:bodyPr/>
          <a:lstStyle/>
          <a:p>
            <a:pPr lvl="0" indent="0" marL="0" algn="ctr">
              <a:buNone/>
            </a:pPr>
            <a:r>
              <a:rPr/>
              <a:t>Tables and Graphs</a:t>
            </a:r>
          </a:p>
        </p:txBody>
      </p:sp>
    </p:spTree>
  </p:cSld>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C4406B4F-424B-B307-C3E1-7BA847CEACE2}"/>
              </a:ext>
            </a:extLst>
          </p:cNvPr>
          <p:cNvSpPr>
            <a:spLocks noGrp="1"/>
          </p:cNvSpPr>
          <p:nvPr>
            <p:ph type="title"/>
          </p:nvPr>
        </p:nvSpPr>
        <p:spPr/>
        <p:txBody>
          <a:bodyPr/>
          <a:lstStyle/>
          <a:p>
            <a:pPr lvl="0" indent="0" marL="0">
              <a:buNone/>
            </a:pPr>
            <a:r>
              <a:rPr/>
              <a:t>6.3 图并行系统：图示（2）</a:t>
            </a:r>
          </a:p>
        </p:txBody>
      </p:sp>
      <p:pic>
        <p:nvPicPr>
          <p:cNvPr descr="../../md/media/06_graph_processing/media/image6.jpeg" id="0" name="Picture 1"/>
          <p:cNvPicPr>
            <a:picLocks noGrp="1" noChangeAspect="1"/>
          </p:cNvPicPr>
          <p:nvPr/>
        </p:nvPicPr>
        <p:blipFill>
          <a:blip r:embed="rId3"/>
          <a:stretch>
            <a:fillRect/>
          </a:stretch>
        </p:blipFill>
        <p:spPr bwMode="auto">
          <a:xfrm>
            <a:off x="3200400" y="1816100"/>
            <a:ext cx="5791200" cy="3835400"/>
          </a:xfrm>
          <a:prstGeom prst="rect">
            <a:avLst/>
          </a:prstGeom>
          <a:noFill/>
          <a:ln w="9525">
            <a:noFill/>
            <a:headEnd/>
            <a:tailEnd/>
          </a:ln>
        </p:spPr>
      </p:pic>
      <p:sp>
        <p:nvSpPr>
          <p:cNvPr id="1" name="TextBox 3"/>
          <p:cNvSpPr txBox="1"/>
          <p:nvPr>
            <p:ph idx="1"/>
          </p:nvPr>
        </p:nvSpPr>
        <p:spPr>
          <a:xfrm>
            <a:off x="838200" y="5651500"/>
            <a:ext cx="10515600" cy="508000"/>
          </a:xfrm>
          <a:prstGeom prst="rect">
            <a:avLst/>
          </a:prstGeom>
          <a:noFill/>
        </p:spPr>
        <p:txBody>
          <a:bodyPr/>
          <a:lstStyle/>
          <a:p>
            <a:pPr lvl="0" indent="0" marL="0" algn="ctr">
              <a:buNone/>
            </a:pPr>
            <a:r>
              <a:rPr/>
              <a:t>Graph Analytics Pipeline</a:t>
            </a:r>
          </a:p>
        </p:txBody>
      </p:sp>
    </p:spTree>
  </p:cSld>
</p:sld>
</file>

<file path=ppt/theme/theme1.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txDef>
      <a:spPr>
        <a:noFill/>
      </a:spPr>
      <a:bodyPr wrap="square">
        <a:spAutoFit/>
      </a:bodyPr>
      <a:lstStyle>
        <a:defPPr algn="l">
          <a:defRPr dirty="0"/>
        </a:defPPr>
      </a:lstStyle>
    </a:txDef>
  </a:objectDefaults>
  <a:extraClrSchemeLst/>
  <a:extLst>
    <a:ext uri="{05A4C25C-085E-4340-85A3-A5531E510DB2}">
      <thm15:themeFamily xmlns:thm15="http://schemas.microsoft.com/office/thememl/2012/main" name="演示文稿1" id="{4EB0031E-9AF1-4EF9-947E-CF21025E1F57}" vid="{E1AA6518-1FF8-4BC2-BEB6-E59B2C6B1677}"/>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Yu Gothic Light"/>
        <a:font script="Hang" typeface="맑은 고딕"/>
        <a:font script="Hans" typeface="DengXian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Yu Gothic"/>
        <a:font script="Hang" typeface="맑은 고딕"/>
        <a:font script="Hans" typeface="DengXian"/>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Override1.xml><?xml version="1.0" encoding="utf-8"?>
<a:themeOverride xmlns:a="http://schemas.openxmlformats.org/drawingml/2006/main">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themeOverride>
</file>

<file path=docProps/app.xml><?xml version="1.0" encoding="utf-8"?>
<Properties xmlns="http://schemas.openxmlformats.org/officeDocument/2006/extended-properties" xmlns:vt="http://schemas.openxmlformats.org/officeDocument/2006/docPropsVTypes">
  <Template/>
  <TotalTime>5</TotalTime>
  <Words>0</Words>
  <Application>Microsoft Office PowerPoint</Application>
  <PresentationFormat>宽屏</PresentationFormat>
  <Paragraphs>0</Paragraphs>
  <Slides>1</Slides>
  <Notes>0</Notes>
  <HiddenSlides>0</HiddenSlides>
  <MMClips>0</MMClips>
  <ScaleCrop>false</ScaleCrop>
  <HeadingPairs>
    <vt:vector size="6" baseType="variant">
      <vt:variant>
        <vt:lpstr>已用的字体</vt:lpstr>
      </vt:variant>
      <vt:variant>
        <vt:i4>3</vt:i4>
      </vt:variant>
      <vt:variant>
        <vt:lpstr>主题</vt:lpstr>
      </vt:variant>
      <vt:variant>
        <vt:i4>1</vt:i4>
      </vt:variant>
      <vt:variant>
        <vt:lpstr>幻灯片标题</vt:lpstr>
      </vt:variant>
      <vt:variant>
        <vt:i4>1</vt:i4>
      </vt:variant>
    </vt:vector>
  </HeadingPairs>
  <TitlesOfParts>
    <vt:vector size="5" baseType="lpstr">
      <vt:lpstr>等线</vt:lpstr>
      <vt:lpstr>Arial</vt:lpstr>
      <vt:lpstr>Calibri</vt:lpstr>
      <vt:lpstr>Office 主题​​</vt:lpstr>
      <vt:lpstr>PowerPoint 演示文稿</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cp:keywords/>
  <dcterms:created xsi:type="dcterms:W3CDTF">2026-04-05T02:25:02Z</dcterms:created>
  <dcterms:modified xsi:type="dcterms:W3CDTF">2026-04-05T02:25:02Z</dcterms:modified>
</cp:coreProperties>
</file>

<file path=docProps/custom.xml><?xml version="1.0" encoding="utf-8"?>
<Properties xmlns="http://schemas.openxmlformats.org/officeDocument/2006/custom-properties" xmlns:vt="http://schemas.openxmlformats.org/officeDocument/2006/docPropsVTypes"/>
</file>