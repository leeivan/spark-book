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notesMaster" Target="notesMasters/notesMaster1.xml" /><Relationship Id="rId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theme" Target="theme/theme1.xml" /><Relationship Id="rId5" Type="http://schemas.openxmlformats.org/officeDocument/2006/relationships/viewProps" Target="viewProps.xml" /><Relationship Id="rId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希望系统入门 Spark 4.x 的初学者。 接下来重点看 读者对象，先把这一节要处理的对象和关键步骤放稳。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0.4 读者对象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本书适合以下读者</a:t>
            </a:r>
          </a:p>
          <a:p>
            <a:pPr lvl="0"/>
            <a:r>
              <a:rPr/>
              <a:t>希望系统入门 Spark 4.x 的初学者</a:t>
            </a:r>
          </a:p>
          <a:p>
            <a:pPr lvl="0"/>
            <a:r>
              <a:rPr/>
              <a:t>需要把零散 Spark 知识整理成完整工程主线的开发者</a:t>
            </a:r>
          </a:p>
          <a:p>
            <a:pPr lvl="0"/>
            <a:r>
              <a:rPr/>
              <a:t>需要兼顾教学、培训和内部知识传递的教师或技术负责人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2026-04-05T02:23:50Z</dcterms:created>
  <dcterms:modified xsi:type="dcterms:W3CDTF">2026-04-05T02:23:50Z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