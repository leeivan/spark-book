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在本书的写作和整理过程中，得到了许多老师、同事与社区资料的帮助。在此谨向所有给予支持的朋友，以及 Apache Spark 官方文档和相关技术社区表示感谢。 接下来重点看 致谢，先把这一节要处理的对象和关键步骤放稳。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0.5 致谢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在此谨向所有给予支持的朋友</a:t>
            </a:r>
          </a:p>
          <a:p>
            <a:pPr lvl="0"/>
            <a:r>
              <a:rPr/>
              <a:t>特别感谢对外经济贸易大学信息学院，为本书的教学和实践提供了支持平台</a:t>
            </a:r>
          </a:p>
          <a:p>
            <a:pPr lvl="0"/>
            <a:r>
              <a:rPr/>
              <a:t>特别感谢软件工程师伊凡，他对本书中的代码进行了整理和调试，并提出了宝贵的意见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2026-04-05T02:23:50Z</dcterms:created>
  <dcterms:modified xsi:type="dcterms:W3CDTF">2026-04-05T02:23:50Z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