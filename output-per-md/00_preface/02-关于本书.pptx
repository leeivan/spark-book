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已经从早期“以内存计算为卖点的分布式引擎”，演进为一套覆盖结构化处理、流处理、机器学习和工程部署的统一平台。对今天的大多数团队来说，真正高频的 Spark 能力不再只是 RDD 转换本身，而是如何围绕 Spark SQL / DataFrame、Structured Streaming、spark.ml、应用交付和性能调优形成完整工作流。 接下来重点看 关于本书，先把这一节要处理的对象和关键步骤放稳。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0.2 关于本书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真正高频的 Spark 能力不再只是 RDD 转换本身</a:t>
            </a:r>
          </a:p>
          <a:p>
            <a:pPr lvl="0"/>
            <a:r>
              <a:rPr/>
              <a:t>本书的目标不是罗列所有历史 API</a:t>
            </a:r>
          </a:p>
          <a:p>
            <a:pPr lvl="0"/>
            <a:r>
              <a:rPr/>
              <a:t>这些内容主要用于解释 Spark 的演进路径</a:t>
            </a:r>
          </a:p>
          <a:p>
            <a:pPr lvl="0"/>
            <a:r>
              <a:rPr/>
              <a:t>既给出概念与 API，也保留最小示例、运行方式、案例分析和部署调优内容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2026-04-05T02:23:49Z</dcterms:created>
  <dcterms:modified xsi:type="dcterms:W3CDTF">2026-04-05T02:23:49Z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