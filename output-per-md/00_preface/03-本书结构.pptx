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除概览与前言外，正文按 12 章组织。 接下来重点看 本书结构，先把这一节要处理的对象和关键步骤放稳。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0.3 本书结构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除概览与前言外，正文按 12 章组织</a:t>
            </a:r>
          </a:p>
          <a:p>
            <a:pPr lvl="0"/>
            <a:r>
              <a:rPr/>
              <a:t>第1章从平台与生态视角介绍 Spark 在现代数据系统中的位置</a:t>
            </a:r>
          </a:p>
          <a:p>
            <a:pPr lvl="0"/>
            <a:r>
              <a:rPr/>
              <a:t>第2-4章建立基础认知</a:t>
            </a:r>
          </a:p>
          <a:p>
            <a:pPr lvl="0"/>
            <a:r>
              <a:rPr/>
              <a:t>第5章聚焦流处理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2026-04-05T02:23:50Z</dcterms:created>
  <dcterms:modified xsi:type="dcterms:W3CDTF">2026-04-05T02:23:50Z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