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本章的重点不是背诵某个性能数字，而是建立对 Spark 执行模型的基本直觉：为什么会有惰性求值，为什么会有 Stage 与 Shuffle，为什么缓存能减少重复计算，以及为什么 RDD 能通过谱系完成容错。学完本章后，读者应该能读懂一个最基础的 Spark 程序，理解它如何从外部数据源生成 RDD、如何通过转换构建依赖链、又如何在动作触发时真正执行计算。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2.7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本章的重点不是背诵某个性能数字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2026-04-05T02:24:15Z</dcterms:created>
  <dcterms:modified xsi:type="dcterms:W3CDTF">2026-04-05T02:24:15Z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