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notesMaster" Target="notesMasters/notesMaster1.xml" /><Relationship Id="rId1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1" Type="http://schemas.openxmlformats.org/officeDocument/2006/relationships/theme" Target="theme/theme1.xml" /><Relationship Id="rId10" Type="http://schemas.openxmlformats.org/officeDocument/2006/relationships/viewProps" Target="viewProps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接下来进入本章真正的核心概念：弹性分布式数据集（Resilient Distributed Dataset，RDD）。后文统一简称 RDD。本节会围绕它的基本含义、创建方式、常见操作以及与执行模型的关系展开说明。 接下来重点看 认识RDD，先把这一节要处理的对象和关键步骤放稳。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接下来进入本章真正的核心概念：弹性分布式数据集（Resilient Distributed Dataset，RDD）。后文统一简称 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理解 RDD 时，可以先把它看成“带谱系信息的只读分布式记录集合”。它既是 Spark 早期执行模型中的核心数据抽象，也是后面理解分区、缓存、Shuffle 和容错的基础。RDD 中的数据会按逻辑分区分散到集群上执行计算。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这种不可变设计让 Spark 更容易推导依赖关系、切分任务并在失败后重建缺失分区。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所谓“弹性”，指的是它能够借助谱系信息在分区丢失时重新计算。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RDD 不要求输入必须符合固定表结构，文本、键值对、日志行以及程序中的对象集合都可以成为它的输入。也可以理解成，RDD具备容错能力：当某些分区因节点故障而丢失时，可以依据谱系重新计算。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RDD也可以缓存并手动设置分区。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分区调整是在控制任务拆分粒度。讲解时要把为什么要扩分区或缩分区说清楚，这通常和数据倾斜、输出文件数或资源利用率有关。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理解 RDD 时，可以先把它看成“带谱系信息的只读分布式记录集合”。它既是 Spark 早期执行模型中的核心数据抽象，也是后面理解分区、缓存、Shuffle 和容错的基础。RDD 中的数据会按逻辑分区分散到集群上执行计算。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认识RDD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本节会围绕它的基本含义、创建方式、常见操作以及与执行模型的关系展开说明</a:t>
            </a:r>
          </a:p>
          <a:p>
            <a:pPr lvl="0"/>
            <a:r>
              <a:rPr/>
              <a:t>它既是 Spark 早期执行模型中的核心数据抽象</a:t>
            </a:r>
          </a:p>
          <a:p>
            <a:pPr lvl="0"/>
            <a:r>
              <a:rPr/>
              <a:t>每次转换都产生新的 RDD，而不会原地修改旧数据</a:t>
            </a:r>
          </a:p>
          <a:p>
            <a:pPr lvl="0"/>
            <a:r>
              <a:rPr/>
              <a:t>图例 2‑6 RDD 看作是一个只读分区的记录集合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认识RDD（1/2）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本节会围绕它的基本含义、创建方式、常见操作以及与执行模型的关系展开说明</a:t>
            </a:r>
          </a:p>
          <a:p>
            <a:pPr lvl="0"/>
            <a:r>
              <a:rPr/>
              <a:t>它既是 Spark 早期执行模型中的核心数据抽象</a:t>
            </a:r>
          </a:p>
          <a:p>
            <a:pPr lvl="0"/>
            <a:r>
              <a:rPr/>
              <a:t>每次转换都产生新的 RDD，而不会原地修改旧数据</a:t>
            </a:r>
          </a:p>
          <a:p>
            <a:pPr lvl="0"/>
            <a:r>
              <a:rPr/>
              <a:t>图例 2‑6 RDD 看作是一个只读分区的记录集合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认识RDD（2/2）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RDD 这个名字可以拆开理解</a:t>
            </a:r>
          </a:p>
          <a:p>
            <a:pPr lvl="0"/>
            <a:r>
              <a:rPr/>
              <a:t>所谓“分布式”，指的是数据按分区散布在多个节点上并行处理</a:t>
            </a:r>
          </a:p>
          <a:p>
            <a:pPr lvl="0"/>
            <a:r>
              <a:rPr/>
              <a:t>所谓“数据集”，则强调它表示的是一批可被统一操作的记录</a:t>
            </a:r>
          </a:p>
          <a:p>
            <a:pPr lvl="0"/>
            <a:r>
              <a:rPr/>
              <a:t>在Spark中创建RDD的常见方式有三类：从外部存储读取数据、基于已有RDD继续转换，以及将驱动端已有集合并行化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认识RDD：代码片段（1/2）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70A0"/>
                </a:solidFill>
                <a:latin typeface="Courier"/>
              </a:rPr>
              <a:t>"maths"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52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70A0"/>
                </a:solidFill>
                <a:latin typeface="Courier"/>
              </a:rPr>
              <a:t>"english"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75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70A0"/>
                </a:solidFill>
                <a:latin typeface="Courier"/>
              </a:rPr>
              <a:t>"science"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"computer"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65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70A0"/>
                </a:solidFill>
                <a:latin typeface="Courier"/>
              </a:rPr>
              <a:t>"maths"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85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sorted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sortByKey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sorted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sortByKey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sorted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maths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science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认识RDD：代码片段（2/2）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调整分区数以平衡并行度和开销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"feb"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"mar"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"april"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"may"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"jun"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rdd1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coalesce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CoalescedRDD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coalesce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jan</a:t>
            </a:r>
            <a:br/>
            <a:r>
              <a:rPr>
                <a:latin typeface="Courier"/>
              </a:rPr>
              <a:t>mar</a:t>
            </a:r>
            <a:br/>
            <a:r>
              <a:rPr>
                <a:latin typeface="Courier"/>
              </a:rPr>
              <a:t>feb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认识RDD：图示</a:t>
            </a:r>
          </a:p>
        </p:txBody>
      </p:sp>
      <p:pic>
        <p:nvPicPr>
          <p:cNvPr descr="../../md/media/02_spark_execution_model/media/image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28900" y="1816100"/>
            <a:ext cx="6934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2026-04-05T02:24:07Z</dcterms:created>
  <dcterms:modified xsi:type="dcterms:W3CDTF">2026-04-05T02:24:07Z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