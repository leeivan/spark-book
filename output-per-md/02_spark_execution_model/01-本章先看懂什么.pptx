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8" Type="http://schemas.openxmlformats.org/officeDocument/2006/relationships/theme" Target="theme/theme1.xml" /><Relationship Id="rId7" Type="http://schemas.openxmlformats.org/officeDocument/2006/relationships/viewProps" Target="viewProps.xml" /><Relationship Id="rId6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Driver、Executor、Task 的职责分工。为什么会有 Stage 划分和 Shuffle。哪些操作会触发真正执行（Action）。 接下来会顺着 本章先看懂什么 和 一个最小例子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你在 Spark Shell 里写下 rdd.map(…).filter(…).count()，屏幕并不会在 map 和 filter 那一刻立刻跑起来。前两步更像是在告诉 Spark“我准备怎么处理数据”，真正把任务交给集群的是最后那个 count()。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这个例子小到几乎只有一行代码，但它已经把本章最重要的几件事都带出来了：什么是惰性求值，什么是 Action，为什么任务会被切成不同阶段，以及为什么有些操作看起来只是多写了一句，运行成本却会突然变高。先把“先记计划，再真正执行”这件事想清楚，后面理解缓存、分区和调优就会顺很多。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从较高层看，一个 Spark 应用通常由 Driver 和一组在集群上执行任务的 Executor 协同完成。Spark 最核心的数据抽象是弹性分布式数据集（Resilient Distributed Dataset，RDD）：它把数据表示成可分区、可并行计算、可按谱系恢复的记录集合。RDD 可以来自外部存储，也可以由已有 RDD 继续转换得到。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除了 RDD 之外，Spark 还提供两类常用共享变量：广播变量用于把只读数据高效分发到各个任务，累加器用于统计计数、求和等可聚合信息。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围绕 RDD，Spark 把操作分成两类：转换（Transformation）和动作（Action）。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Spark 的转换默认采用惰性求值。也可以理解成，定义一串转换时，Spark 先记录执行计划，而不是立刻把每一步都算出来。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只有当动作出现时，这条计算链才会真正被执行。这样做有两个直接好处：一是 Spark 可以整体优化执行计划，二是可以避免把中间结果过早拉回 Driver，降低不必要的网络和内存压力。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2.1 本章先看懂什么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Driver、Executor、Task 的职责分工</a:t>
            </a:r>
          </a:p>
          <a:p>
            <a:pPr lvl="0"/>
            <a:r>
              <a:rPr/>
              <a:t>为什么会有 Stage 划分和 Shuffle</a:t>
            </a:r>
          </a:p>
          <a:p>
            <a:pPr lvl="0"/>
            <a:r>
              <a:rPr/>
              <a:t>哪些操作会触发真正执行（Action）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可以把它想成这样：屏幕并不会在 map 和 filter 那一刻立刻跑起来</a:t>
            </a:r>
          </a:p>
          <a:p>
            <a:pPr lvl="0"/>
            <a:r>
              <a:rPr/>
              <a:t>什么是 Action，为什么任务会被切成不同阶段</a:t>
            </a:r>
          </a:p>
          <a:p>
            <a:pPr lvl="0"/>
            <a:r>
              <a:rPr/>
              <a:t>它把数据表示成可分区、可并行计算、可按谱系恢复的记录集合</a:t>
            </a:r>
          </a:p>
          <a:p>
            <a:pPr lvl="0"/>
            <a:r>
              <a:rPr/>
              <a:t>当同一份数据需要被重复使用时，还可以通过缓存或持久化把它保留在内存或磁盘中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转换描述“如何从现有数据得到新数据”</a:t>
            </a:r>
          </a:p>
          <a:p>
            <a:pPr lvl="0"/>
            <a:r>
              <a:rPr/>
              <a:t>动作触发实际计算，并把结果返回给 Driver 或写出到外部系统</a:t>
            </a:r>
          </a:p>
          <a:p>
            <a:pPr lvl="0"/>
            <a:r>
              <a:rPr/>
              <a:t>定义一串转换时，Spark 先记录执行计划，而不是立刻把每一步都算出来</a:t>
            </a:r>
          </a:p>
          <a:p>
            <a:pPr lvl="0"/>
            <a:r>
              <a:rPr/>
              <a:t>这样做有两个直接好处：一是 Spark 可以整体优化执行计划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2026-04-05T02:24:03Z</dcterms:created>
  <dcterms:modified xsi:type="dcterms:W3CDTF">2026-04-05T02:24:03Z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