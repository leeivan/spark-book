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本章更适合作为“算法目录”和“选型速查表”来使用，而不是从头到尾顺序阅读。对Spark 4.x的主线实践，应优先掌握spark.ml提供的DataFrame/Dataset API，以及特征处理、模型训练、评估和调参组成的Pipeline流程。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9.5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本章更适合作为“算法目录”和“选型速查表”来使用，而不是从头到尾顺序阅读</a:t>
            </a:r>
          </a:p>
          <a:p>
            <a:pPr lvl="0"/>
            <a:r>
              <a:rPr/>
              <a:t>文中保留的“基于RDD”小节主要用于理解Spark机器学习接口的历史演进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2026-04-05T02:25:55Z</dcterms:created>
  <dcterms:modified xsi:type="dcterms:W3CDTF">2026-04-05T02:25:55Z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