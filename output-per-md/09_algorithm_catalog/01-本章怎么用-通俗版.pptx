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8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7" Type="http://schemas.openxmlformats.org/officeDocument/2006/relationships/theme" Target="theme/theme1.xml" /><Relationship Id="rId6" Type="http://schemas.openxmlformats.org/officeDocument/2006/relationships/viewProps" Target="viewProps.xml" /><Relationship Id="rId5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先按任务类型选算法：分类、回归、聚类、推荐。每个算法的“适用场景 + 关键参数 + 常见坑”。最后用一个小数据集先验证，再上真实业务数据。 接下来会顺着 本章怎么用（通俗版） 和 一个最小例子 往下展开，把这一节的主线一步一步接起来。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如果发现明显存在非线性关系、这个例子说明了本章最重要的阅读方法：不要把算法目录当成“从头到尾背一遍”的手册 和 本章定位是“算法索引与选型速查”，不是Spark 4.x机器学习主线的顺序式教程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9.1 本章怎么用（通俗版）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先按任务类型选算法：分类、回归、聚类、推荐</a:t>
            </a:r>
          </a:p>
          <a:p>
            <a:pPr lvl="0"/>
            <a:r>
              <a:rPr/>
              <a:t>每个算法的“适用场景 + 关键参数 + 常见坑”</a:t>
            </a:r>
          </a:p>
          <a:p>
            <a:pPr lvl="0"/>
            <a:r>
              <a:rPr/>
              <a:t>用一个小数据集先验证，再上真实业务数据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一个最小例子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如果发现明显存在非线性关系</a:t>
            </a:r>
          </a:p>
          <a:p>
            <a:pPr lvl="0"/>
            <a:r>
              <a:rPr/>
              <a:t>这个例子说明了本章最重要的阅读方法：不要把算法目录当成“从头到尾背一遍”的手册</a:t>
            </a:r>
          </a:p>
          <a:p>
            <a:pPr lvl="0"/>
            <a:r>
              <a:rPr/>
              <a:t>本章定位是“算法索引与选型速查”，不是Spark 4.x机器学习主线的顺序式教程</a:t>
            </a:r>
          </a:p>
          <a:p>
            <a:pPr lvl="0"/>
            <a:r>
              <a:rPr/>
              <a:t>文中带有“基于RDD”标记的小节主要用于理解历史API、阅读旧代码和迁移存量系统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2026-04-05T02:25:49Z</dcterms:created>
  <dcterms:modified xsi:type="dcterms:W3CDTF">2026-04-05T02:25:49Z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