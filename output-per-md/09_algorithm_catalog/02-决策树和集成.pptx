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notesMaster" Target="notesMasters/notesMaster1.xml" /><Relationship Id="rId1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1" Type="http://schemas.openxmlformats.org/officeDocument/2006/relationships/theme" Target="theme/theme1.xml" /><Relationship Id="rId10" Type="http://schemas.openxmlformats.org/officeDocument/2006/relationships/viewProps" Target="viewProps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决策树及其集成方法是分类和回归中最常见的一组算法。它们的优点是可解释性较强，能够处理非线性关系与特征交互。在工程实践中，随机森林和梯度提升树也常常作为效果稳健的基线或强基线模型。 接下来会依次看 决策树和集成、决策树，以及 集成树，后面的实现和案例都会沿着这条线继续展开。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、多分类和回归任务，也支持连续特征与类别特征。在工程上，它已经是 Spark 4.x 里默认的决策树入口。与早期 MLlib 决策树相比，这套 API 的主要差别在于。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对于分类任务，还可以直接得到每个类别的原始分数和概率输出、列出最常见的输入输出列 和 表格 9‑1 输入列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表中的比较关系。只要把这一步的输入、输出和作用说清楚，后面的内容就容易接上。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两者都以 spark.ml 决策树为基础模型，只是集成方式不同、（2）分类与回归的分离 和 （4）随机森林具有更多的功能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9.2 决策树和集成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决策树及其集成方法是分类和回归中最常见的一组算法</a:t>
            </a:r>
          </a:p>
          <a:p>
            <a:pPr lvl="0"/>
            <a:r>
              <a:rPr/>
              <a:t>在工程实践中，随机森林和梯度提升树也常常作为效果稳健的基线或强基线模型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9.2.1 决策树（1/2）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spark.ml 中的决策树同时支持二元分类</a:t>
            </a:r>
          </a:p>
          <a:p>
            <a:pPr lvl="0"/>
            <a:r>
              <a:rPr/>
              <a:t>（1）原生支持 DataFrame 与 ML Pipeline</a:t>
            </a:r>
          </a:p>
          <a:p>
            <a:pPr lvl="0"/>
            <a:r>
              <a:rPr/>
              <a:t>（2）分类与回归分别使用独立估算器，接口更清晰</a:t>
            </a:r>
          </a:p>
          <a:p>
            <a:pPr lvl="0"/>
            <a:r>
              <a:rPr/>
              <a:t>（3）可以利用 DataFrame 元数据区分连续特征和类别特征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9.2.1 决策树（2/2）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对于分类任务，还可以直接得到每个类别的原始分数和概率输出</a:t>
            </a:r>
          </a:p>
          <a:p>
            <a:pPr lvl="0"/>
            <a:r>
              <a:rPr/>
              <a:t>列出最常见的输入输出列</a:t>
            </a:r>
          </a:p>
          <a:p>
            <a:pPr lvl="0"/>
            <a:r>
              <a:rPr/>
              <a:t>表格 9‑1 输入列</a:t>
            </a:r>
          </a:p>
          <a:p>
            <a:pPr lvl="0"/>
            <a:r>
              <a:rPr/>
              <a:t>表格 9‑2 输出列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决策树：还可以直接得到每个类别的原始分数和概率输出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700"/>
                <a:gridCol w="1536700"/>
                <a:gridCol w="1536700"/>
                <a:gridCol w="1536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默认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“label”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标签预测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“features”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特征向量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决策树：表格 9‑1 输入列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482600"/>
                <a:gridCol w="1219200"/>
                <a:gridCol w="2844800"/>
                <a:gridCol w="33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默认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注意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predictionCol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“prediction”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预测标签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rawPredictionCol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“rawPrediction”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长度为＃个类的向量，在进行预测的树节点上有训练实例标签的数量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只有分类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“probability”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长度为＃个类的向量，等于归一化为多项式分布的rawPrediction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只有分类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varianceCol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预测的偏差的样本方差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只有回归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9.2.2 集成树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两者都以 spark.ml 决策树为基础模型，只是集成方式不同</a:t>
            </a:r>
          </a:p>
          <a:p>
            <a:pPr lvl="0"/>
            <a:r>
              <a:rPr/>
              <a:t>（2）分类与回归的分离</a:t>
            </a:r>
          </a:p>
          <a:p>
            <a:pPr lvl="0"/>
            <a:r>
              <a:rPr/>
              <a:t>（4）随机森林具有更多的功能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2026-04-05T02:25:50Z</dcterms:created>
  <dcterms:modified xsi:type="dcterms:W3CDTF">2026-04-05T02:25:50Z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