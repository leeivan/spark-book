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大模型技术从“参数规模竞争”进入“工程化落地竞争”阶段后，数据质量、训练样本构建、知识更新速度和成本控制成为关键。Spark在这一阶段的定位不是替代PyTorch等训练框架，而是承担大模型系统中的数据与计算中枢。 接下来重点看 Spark与大模型技术发展的关系，先把这一节要处理的对象和关键步骤放稳。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Spark与大模型技术发展的关系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Spark在这一阶段的定位不是替代PyTorch等训练框架</a:t>
            </a:r>
          </a:p>
          <a:p>
            <a:pPr lvl="0"/>
            <a:r>
              <a:rPr/>
              <a:t>训练与微调数据准备</a:t>
            </a:r>
          </a:p>
          <a:p>
            <a:pPr lvl="0"/>
            <a:r>
              <a:rPr/>
              <a:t>检索增强（RAG）数据管道：支持知识库的周期性增量更新</a:t>
            </a:r>
          </a:p>
          <a:p>
            <a:pPr lvl="0"/>
            <a:r>
              <a:rPr/>
              <a:t>离线评测与效果分析：对模型输出进行批量评测（准确率、召回率、幻觉率、延迟与成本）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2026-04-05T02:23:52Z</dcterms:created>
  <dcterms:modified xsi:type="dcterms:W3CDTF">2026-04-05T02:23:52Z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