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本章从 Spark 4.x 的角度介绍了生态环境与平台位置，重点不是罗列所有历史组件，而是建立一种更稳定的判断方式：哪些能力属于现代 Spark 项目的默认主线，哪些内容只是历史背景、专题能力或存量系统兼容方案。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1.8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本章从 Spark 4.x 的角度介绍了生态环境与平台位置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2026-04-05T02:24:03Z</dcterms:created>
  <dcterms:modified xsi:type="dcterms:W3CDTF">2026-04-05T02:24:03Z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