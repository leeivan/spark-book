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本节给出的部署方式是面向教学与实验的最小环境，用于快速进入示例和练习，不等同于企业生产部署模板。生产环境通常还需要补充镜像治理、权限控制、对象存储、元数据服务、监控告警与资源隔离等能力。 接下来重点看 环境部署，先把这一节要处理的对象和关键步骤放稳。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1.7 环境部署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生产环境通常还需要补充镜像治理</a:t>
            </a:r>
          </a:p>
          <a:p>
            <a:pPr lvl="0"/>
            <a:r>
              <a:rPr/>
              <a:t>docker pull leeivan/spark-lab-env:latest</a:t>
            </a:r>
          </a:p>
          <a:p>
            <a:pPr lvl="0"/>
            <a:r>
              <a:rPr/>
              <a:t>命令 1.66</a:t>
            </a:r>
          </a:p>
          <a:p>
            <a:pPr lvl="0"/>
            <a:r>
              <a:rPr/>
              <a:t>docker exec -it spark /bin/bash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2026-04-05T02:24:02Z</dcterms:created>
  <dcterms:modified xsi:type="dcterms:W3CDTF">2026-04-05T02:24:02Z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