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7" Type="http://schemas.openxmlformats.org/officeDocument/2006/relationships/theme" Target="theme/theme1.xml" /><Relationship Id="rId6" Type="http://schemas.openxmlformats.org/officeDocument/2006/relationships/viewProps" Target="viewProps.xml" /><Relationship Id="rId5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在大数据体系里的位置：统一计算层，而不是存储系统或“全家桶平台”。Spark 与 Hadoop 的关系：历史上紧密协同，今天更多体现为存储层、资源层与计算层的分工。 接下来会顺着 本章先看懂什么 和 一个最小例子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原始订单和支付数据存放在 HDFS 或对象存储里，Spark 负责把这些分散的数据读进来、清洗、聚合，再把结果写回 Hive 表或 Parquet 文件。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对工程团队来说，这背后已经串起了一整条数据链路：底层存储负责保存数据，元数据系统负责管理表，Spark 负责计算，调度系统负责定时触发，报表系统负责展示结果。这个例子虽然简单，却能帮我们一下子看懂 Spark 在生态里的真实位置: 它不是单独工作的“全家桶”，而是现代数据平台里的计算中枢。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1.1 本章先看懂什么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在大数据体系里的位置：不是存储系统或“全家桶平台”</a:t>
            </a:r>
          </a:p>
          <a:p>
            <a:pPr lvl="0"/>
            <a:r>
              <a:rPr/>
              <a:t>Spark 与 Hadoop 的关系：今天更多体现为存储层、资源层与计算层的分工</a:t>
            </a:r>
          </a:p>
          <a:p>
            <a:pPr lvl="0"/>
            <a:r>
              <a:rPr/>
              <a:t>当前主线能力与历史背景的边界：Spark SQL / DataFrame、Structured Streaming、spark.ml 是高频主线</a:t>
            </a:r>
          </a:p>
          <a:p>
            <a:pPr lvl="0"/>
            <a:r>
              <a:rPr/>
              <a:t>应能判断一个现代 Spark 平台最少需要哪些角色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可以先想象一个很常见的业务场景：电商团队每天早上都要看“昨天卖了多少钱、哪些品类卖得最好、哪些城市订单增长最快”</a:t>
            </a:r>
          </a:p>
          <a:p>
            <a:pPr lvl="0"/>
            <a:r>
              <a:rPr/>
              <a:t>对业务同学来说，他们最后看到的只是 BI 报表</a:t>
            </a:r>
          </a:p>
          <a:p>
            <a:pPr lvl="0"/>
            <a:r>
              <a:rPr/>
              <a:t>它不是单独工作的“全家桶”，是现代数据平台里的计算中枢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2026-04-05T02:23:51Z</dcterms:created>
  <dcterms:modified xsi:type="dcterms:W3CDTF">2026-04-05T02:23:51Z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