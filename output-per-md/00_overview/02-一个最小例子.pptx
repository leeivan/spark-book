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假设你有一份订单数据，想快速算出“每个城市的订单数”。 接下来重点看 一个最小例子，先把这一节要处理的对象和关键步骤放稳。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0.2 一个最小例子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假设你有一份订单数据，想快速算出“每个城市的订单数”</a:t>
            </a:r>
          </a:p>
          <a:p>
            <a:pPr lvl="0"/>
            <a:r>
              <a:rPr/>
              <a:t>读入数据（CSV/Parquet）</a:t>
            </a:r>
          </a:p>
          <a:p>
            <a:pPr lvl="0"/>
            <a:r>
              <a:rPr/>
              <a:t>按城市分组</a:t>
            </a:r>
          </a:p>
          <a:p>
            <a:pPr lvl="0"/>
            <a:r>
              <a:rPr/>
              <a:t>做 count 聚合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2026-04-05T02:23:48Z</dcterms:created>
  <dcterms:modified xsi:type="dcterms:W3CDTF">2026-04-05T02:23:48Z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