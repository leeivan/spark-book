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交叉验证用于评估机器学习模型应用到新数据上的稳定性，主要用于目标是预测的任务中，估计预测模型在实践中的执行准确度。在训练数据上拟合的模型，是无法保证能够准确地应用于从未见过的真实数据，这是因为训练数据和真实数据中样本的概率分布可能不同，可能会有噪声产生对模型训练的影响。 接下来重点看 交叉验证，先把这一节要处理的对象和关键步骤放稳。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7.6 交叉验证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交叉验证也是一种预测模型拟合性能的方法</a:t>
            </a:r>
          </a:p>
          <a:p>
            <a:pPr lvl="0"/>
            <a:r>
              <a:rPr/>
              <a:t>Hold-Out验证</a:t>
            </a:r>
          </a:p>
          <a:p>
            <a:pPr lvl="0"/>
            <a:r>
              <a:rPr/>
              <a:t>Hold-Out是基本的划分方法</a:t>
            </a:r>
          </a:p>
          <a:p>
            <a:pPr lvl="0"/>
            <a:r>
              <a:rPr/>
              <a:t>标准K折交叉验证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2026-04-05T02:25:26Z</dcterms:created>
  <dcterms:modified xsi:type="dcterms:W3CDTF">2026-04-05T02:25:26Z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