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notesMaster" Target="notesMasters/notesMaster1.xml" /><Relationship Id="rId1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9" Type="http://schemas.openxmlformats.org/officeDocument/2006/relationships/theme" Target="theme/theme1.xml" /><Relationship Id="rId8" Type="http://schemas.openxmlformats.org/officeDocument/2006/relationships/viewProps" Target="viewProps.xml" /><Relationship Id="rId7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Spark 机器学习 API 历史上分为两层。 接下来重点看 Spark 4.x 机器学习主线，先把这一节要处理的对象和关键步骤放稳。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Spark 机器学习 API 历史上分为两层、spark.ml：适合特征工程、模型训练、评估、调参与 Pipeline 组合 和 spark.mllib：主要用于兼容历史代码和少数旧示例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通常以 label、features 等列为核心。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、模型、评估器和调参器优先使用 org.apache.spark.ml。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（3）训练、验证、推理尽量放到同一条 Pipeline 中，减少训练时和上线时预处理不一致的问题。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（4）遇到 spark.mllib 示例时，把它看作“历史写法/迁移资料”，重点理解算法思想与 API 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（4）遇到 spark.mllib 示例时，把它看作“历史写法/迁移资料”，重点理解算法思想与 API 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4.jp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7.2 Spark 4.x 机器学习主线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Spark 机器学习 API 历史上分为两层</a:t>
            </a:r>
          </a:p>
          <a:p>
            <a:pPr lvl="0"/>
            <a:r>
              <a:rPr/>
              <a:t>spark.ml：适合特征工程、模型训练、评估、调参与 Pipeline 组合</a:t>
            </a:r>
          </a:p>
          <a:p>
            <a:pPr lvl="0"/>
            <a:r>
              <a:rPr/>
              <a:t>spark.mllib：主要用于兼容历史代码和少数旧示例</a:t>
            </a:r>
          </a:p>
          <a:p>
            <a:pPr lvl="0"/>
            <a:r>
              <a:rPr/>
              <a:t>对 Spark 4.x 读者来说，本章应按下面方式理解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7.2 Spark 4.x 机器学习主线（1/2）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Spark 机器学习 API 历史上分为两层</a:t>
            </a:r>
          </a:p>
          <a:p>
            <a:pPr lvl="0"/>
            <a:r>
              <a:rPr/>
              <a:t>spark.ml：适合特征工程、模型训练、评估、调参与 Pipeline 组合</a:t>
            </a:r>
          </a:p>
          <a:p>
            <a:pPr lvl="0"/>
            <a:r>
              <a:rPr/>
              <a:t>spark.mllib：主要用于兼容历史代码和少数旧示例</a:t>
            </a:r>
          </a:p>
          <a:p>
            <a:pPr lvl="0"/>
            <a:r>
              <a:rPr/>
              <a:t>对 Spark 4.x 读者来说，本章应按下面方式理解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7.2 Spark 4.x 机器学习主线（2/2）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（1）训练数据优先组织成 DataFrame</a:t>
            </a:r>
          </a:p>
          <a:p>
            <a:pPr lvl="0"/>
            <a:r>
              <a:rPr/>
              <a:t>（2）特征工程</a:t>
            </a:r>
          </a:p>
          <a:p>
            <a:pPr lvl="0"/>
            <a:r>
              <a:rPr/>
              <a:t>推理尽量放到同一条 Pipeline 中</a:t>
            </a:r>
          </a:p>
          <a:p>
            <a:pPr lvl="0"/>
            <a:r>
              <a:rPr/>
              <a:t>重点理解算法思想与 API 差异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7.2 Spark 4.x 机器学习主线：图示</a:t>
            </a:r>
          </a:p>
        </p:txBody>
      </p:sp>
      <p:pic>
        <p:nvPicPr>
          <p:cNvPr descr="../../md/media/07_machine_learning/media/image1.jpe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387600" y="1816100"/>
            <a:ext cx="7416800" cy="383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838200" y="56515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https://cdn.infoq.com/statics_s1_20171010-0642/resource/articles/apache-sparkml-data-pipelines/en/resources/3fig2.jpg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2026-04-05T02:25:18Z</dcterms:created>
  <dcterms:modified xsi:type="dcterms:W3CDTF">2026-04-05T02:25:18Z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