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 Spark 4.x 中，机器学习章的主线应当理解为：以 DataFrame 组织数据，以 spark.ml 构建特征工程和模型，以 Pipeline 保证训练、验证与推理过程一致。本章同时保留了部分 spark.mllib / RDD 风格内容，用于帮助读者读懂旧代码、理解 API 演进以及掌握若干底层数据类型。 接下来重点看 小结，先把这一节要处理的对象和关键步骤放稳。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7.9 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用于帮助读者读懂旧代码、理解 API 演进以及掌握若干底层数据类型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2026-04-05T02:25:30Z</dcterms:created>
  <dcterms:modified xsi:type="dcterms:W3CDTF">2026-04-05T02:25:30Z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