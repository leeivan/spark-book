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7" Type="http://schemas.openxmlformats.org/officeDocument/2006/relationships/theme" Target="theme/theme1.xml" /><Relationship Id="rId6" Type="http://schemas.openxmlformats.org/officeDocument/2006/relationships/viewProps" Target="viewProps.xml" /><Relationship Id="rId5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ML Pipeline 的核心链路：特征 -&gt; 模型 -&gt; 评估。训练集/测试集划分与指标选择。如何避免“能跑但不准”的常见问题。 接下来会顺着 本章先看懂什么 和 一个最小例子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你手里已经有一些基础字段、这个例子故意不追求“最厉害的模型” 和 本章的目标不是罗列所有算法名词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7.1 本章先看懂什么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ML Pipeline 的核心链路：特征 -&gt; 模型 -&gt; 评估</a:t>
            </a:r>
          </a:p>
          <a:p>
            <a:pPr lvl="0"/>
            <a:r>
              <a:rPr/>
              <a:t>训练集/测试集划分与指标选择</a:t>
            </a:r>
          </a:p>
          <a:p>
            <a:pPr lvl="0"/>
            <a:r>
              <a:rPr/>
              <a:t>如何避免“能跑但不准”的常见问题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你手里已经有一些基础字段</a:t>
            </a:r>
          </a:p>
          <a:p>
            <a:pPr lvl="0"/>
            <a:r>
              <a:rPr/>
              <a:t>这个例子故意不追求“最厉害的模型”，而是先把一条完整闭环跑通：准备数据、训练模型、评估效果、调整参数、再次训练</a:t>
            </a:r>
          </a:p>
          <a:p>
            <a:pPr lvl="0"/>
            <a:r>
              <a:rPr/>
              <a:t>本章的目标不是罗列所有算法名词</a:t>
            </a:r>
          </a:p>
          <a:p>
            <a:pPr lvl="0"/>
            <a:r>
              <a:rPr/>
              <a:t>如果你是新项目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2026-04-05T02:25:17Z</dcterms:created>
  <dcterms:modified xsi:type="dcterms:W3CDTF">2026-04-05T02:25:17Z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